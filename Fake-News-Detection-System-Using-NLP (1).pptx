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notesSlides/notesSlide1.xml" ContentType="application/vnd.openxmlformats-officedocument.presentationml.notesSlide+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notesSlides/notesSlide2.xml" ContentType="application/vnd.openxmlformats-officedocument.presentationml.notesSlide+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notesSlides/notesSlide3.xml" ContentType="application/vnd.openxmlformats-officedocument.presentationml.notesSlide+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notesSlides/notesSlide4.xml" ContentType="application/vnd.openxmlformats-officedocument.presentationml.notesSlide+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notesSlides/notesSlide7.xml" ContentType="application/vnd.openxmlformats-officedocument.presentationml.notesSlide+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notesSlides/notesSlide8.xml" ContentType="application/vnd.openxmlformats-officedocument.presentationml.notesSlide+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notesSlides/notesSlide9.xml" ContentType="application/vnd.openxmlformats-officedocument.presentationml.notesSlide+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6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Roboto" panose="020F0502020204030204" pitchFamily="2" charset="0"/>
      <p:regular r:id="rId13"/>
    </p:embeddedFont>
    <p:embeddedFont>
      <p:font typeface="Saira Medium"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51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5:27:27.226"/>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230 5 0,'146'443'0,"-522"-167"0,843-278 0,-321 445 0,-4-888 0,325 442 0,-846-270 0,521-171 0,-518 720 0,-3-547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5:27:29.57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 0,'381'805'0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7:34.37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757 155,'-11'0,"-17"1,-1-2,1-1,0-1,-38-8,-152-33,-96-40,280 73</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5:28:38.62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 0,'4023'0'0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5:28:45.21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0 209 0,'8126'10'0,"-9064"-229"0,-6250 428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8:50.061"/>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8:50.514"/>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18 0,'-8'0,"-1"0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8:50.842"/>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244 0,'-7'7,"-10"3,-9-1,-7-2,-5-2,-4-2,-2-1,7-1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8:51.076"/>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8:51.29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1,'8'0,"9"0,9 0,7 0,-2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8:51.482"/>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1,'7'0,"3"0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8:51.732"/>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1,'14'0,"13"0,15 0,8 0,2 0,1 0,-3 0,-9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8:52.201"/>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77 1,'0'7,"-8"3,-9-1,-9-1,0-3</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8:52.43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17 0,'-7'0,"-3"0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8:52.654"/>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0,'7'0,"10"0,9 0,0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8:52.857"/>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0,'15'0,"11"0,10 0,4 0,11 0,4 0,-8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8:53.060"/>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0,'7'0,"17"0,12 0,6 0,-3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8:53.201"/>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0,'8'0,"2"0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8:53.420"/>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0,'7'0,"17"0,11 0,7 0,-3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8:53.63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0,'0'0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8:53.857"/>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199 0,'-7'0,"-10"0,-9 0,-7 0,-5 0,-4 0,6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8:54.092"/>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244 26,'-7'0,"-10"0,-9 0,-7 0,-5 0,-4-7,-1-3,6 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8:54.310"/>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26 17,'-7'0,"-3"-7,1-3</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8:54.54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0,'14'0,"20"0,18 0,21 0,21 0,16 0,10 0,6 0,-3 0,-1 0,-22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8:54.74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0,'8'0,"8"0,10 0,7 0,-1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8:54.99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1,'8'0,"9"0,9 0,7 0,5 0,4 0,1 0,-6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8:55.232"/>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1,'7'7,"10"3,9-1,0 6,3 0,-4-3</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8:55.49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0,'7'0,"3"8,7 9,-1 9,-1 7,-5-2</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8:55.794"/>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0,'7'0,"2"0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8:56.13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285 0,'-7'0,"-9"0,-17 0,-10 0,-4 0,-2 0,0 0,9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8:56.38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160 43,'-8'0,"-1"-7,-8-3,-7 0,-7 3,-6 2,4 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8:56.63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264 44,'-7'-7,"-10"-3,-16 1,-10 2,-11 2,-5 2,9 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8:56.904"/>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199 0,'-7'0,"-10"0,-9 0,-7 0,-5 0,-4 0,6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8:57.18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0,'7'0,"10"0,9 0,7 0,5 0,4 0,1 0,1 0,1 0,-1 0,-8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8:57.513"/>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1,'8'0,"8"0,10 0,7 0,6 0,-5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8:57.763"/>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1,'7'0,"10"0,2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8:58.029"/>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156 0,'-7'0,"-10"0,-9 0,-7 0,-5 0,3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8:58.326"/>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287 18,'-7'0,"-9"0,-10 0,-7 0,-6 0,-2 0,-3 0,0-8,7-1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8:58.576"/>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425 43,'-7'0,"-9"0,-10 0,-15-7,-7-2,-3 0,-7 2,0 2,-6 1,9 3</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8:58.82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1,'8'0,"2"0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8:59.07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1,'7'0,"17"0,19 0,9 0,17 0,12 0,-1 0,0 0,-6 0,-16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8:59.32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34,'15'0,"11"0,9 0,13 0,5-7,1-3,-1 1,-10 2</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8:59.63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199 0,'-7'0,"-10"0,-9 0,-7 0,-5 0,-4 0,6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8:59.872"/>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115 64,'-7'-7,"-10"-2,-8-7,-9-1,3 2</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9:00.13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34,'0'-7,"7"-3,10 1,1 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9:00.372"/>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0,'22'0,"14"0,15 0,7 0,7 0,0 0,-4 0,-4 0,-6 0,-11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9:00.607"/>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0,'8'0,"8"0,10 0,7 0,-1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9:00.872"/>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1,'8'0,"8"0,10 0,14 0,9 7,1 3,-6-1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9:01.13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156 0,'-7'0,"-9"0,-10 0,-7 0,-6 0,5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9:01.419"/>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43 1,'-7'0,"-10"0,-2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9:01.669"/>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17 0,'-7'0,"-2"0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9:02.013"/>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1,'7'0,"10"0,2 7,4 9,7 3,-4-2</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9:02.294"/>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1,'7'0,"3"0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9:02.57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156 1,'-7'0,"-9"0,-10 0,-7 0,-5 0,3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9:02.841"/>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244 1,'-7'0,"-10"0,-9 0,-7 0,-5 0,-4 0,-1 0,6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9:03.106"/>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1,'7'0,"3"0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9:03.466"/>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115 1,'-7'0,"-10"0,-9 0,-7 0,2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9:03.716"/>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289 1,'-7'0,"-9"0,-17 0,-2 7,-3 2,-2 0,-2-1,0-3,7-2</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9:04.013"/>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199 1,'-7'0,"-9"0,-10 0,-7 0,-6 0,-2 0,5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9:04.294"/>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43 1,'-7'0,"-10"0,-1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9:04.513"/>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1,'8'0,"2"0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9:04.841"/>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73,'22'0,"28"0,28-8,22-9,8-1,-6 1,-22 5</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9:05.122"/>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512 1,'-7'0,"-10"0,-9 0,-7 0,-5 0,-4 0,-1 0,-16 0,-4 0,0 0,-2 0,9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9:05.403"/>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76 1,'-7'0,"-10"0,-9 0,0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9:05.63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44,'8'0,"15"0,20-7,9-2,10 0,10 1,5 3,6 2,-5 1,-9 2,-15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9:05.872"/>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0,'7'0,"3"0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9:05.997"/>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0,'0'0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9:22.261"/>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0 129,'137'3,"151"-7,-166-15,-80 11,57-4,15 9,-43 2,97-14,-43 0,247 4,-321 8,94-15,-88 8,61-1,610 9,-352 5,-344-2,-1 1,1 1,-1 2,0 1,0 2,-1 1,0 1,42 20,-45-18,2-2,-1-1,1-2,1 0,-1-2,39 2,186-8,-116-3,-9 4,-145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5:29:28.106"/>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2423 771 0,'2467'-617'0,"-7357"463"0,7313 925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9:31.636"/>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0,'0'0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9:31.917"/>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17 0,'-7'0,"-2"0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9:32.151"/>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201 0,'-8'0,"-9"0,-9 0,-7 0,-5 0,-4 0,6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9:32.386"/>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0,'0'0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9:33.042"/>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200 0,'-7'0,"-10"0,-9 0,-7 0,-6 0,-2 0,4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9:33.339"/>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461 1,'-7'0,"-17"0,-12 0,-6 0,-4 0,-8 0,-2 0,1 0,3 0,2 0,11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9:33.573"/>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200 1,'-7'0,"-10"0,-9 0,-7 0,-5 0,-4 0,6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9:33.823"/>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109 1,'-14'0,"-12"7,-9 2,1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9:34.104"/>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1,'0'7,"0"2</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9:34.401"/>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0,'8'0,"9"0,9 0,7 0,13 0,5 0,1 0,0 0,4 0,1 0,-2 0,-12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9:36.88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1,'0'0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9:49.947"/>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0,'0'0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9:50.197"/>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0,'7'0,"17"0,4 8,5 1,11 1,5-3,2-1,6-3,1-1,5-2,-8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9:50.447"/>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0,'14'0,"13"0,8 0,-1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9:50.72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0,'8'0,"9"0,1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9:50.97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0,'0'0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9:51.27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142 0,'-21'0,"-15"0,-8 0,3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9:51.556"/>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156 0,'-7'0,"-9"0,-10 0,-7 0,-6 0,5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9:51.806"/>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167 0,'-7'0,"-10"0,-9 0,0 8,-3 1,-4 0,4-2</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9:52.009"/>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0,'0'0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9:52.22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43 0,'-7'0,"-10"0,-2 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9:52.447"/>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43 1,'-7'0,"-10"0,-2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9:52.681"/>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17 1,'-7'0,"-2"0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29:52.962"/>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1,'0'0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5:29:55.104"/>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0 126 0,'2370'-126'0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5:29:58.947"/>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3851 213 0,'-3851'-212'0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02.546"/>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45,'8'0,"9"0,9-7,7-3,6 0,2 3,3 2,0 1,-7 2</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02.811"/>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1,'7'0,"9"0,10 0,8 0,-3 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03.046"/>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115 1,'-7'0,"-10"0,-9 0,-7 0,1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03.296"/>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115 1,'-7'0,"-10"0,-9 0,-7 0,2 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03.514"/>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43 0,'-7'0,"-10"0,-2 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03.764"/>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0,'0'0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04.077"/>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0,'0'0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04.561"/>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115 0,'-7'0,"-10"0,-9 8,-8 1,3 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04.890"/>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76 0,'-7'0,"-10"0,-8 0,-1 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05.140"/>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17,'0'-7,"0"-2</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05.46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0 306,'8'0,"9"-7,9-3,14-13,15-11,13-6,1-4,4-1,-3 6,-14 4,-16 7</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05.922"/>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18 1,'-7'0,"-3"0</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06.376"/>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0,'0'0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06.659"/>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0,'7'0,"10"0,8 0,9 0,4 0,4 0,1 8,-6 1</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06.894"/>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0,'15'0,"11"0,9 0,6 0,2 0,-5 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07.144"/>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0,'15'0,"11"0,9 0,6 0,2 0,2 0,8 0,1 0,0 0,-11 0</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07.37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61,'8'0,"8"0,11 0,13-7,16-3,4 1,0 2,-3 1,-12-4,-13-1</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07.59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1,'7'0,"10"0,9 0,1 0</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07.926"/>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1,'7'0,"10"0,1 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08.239"/>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1,'0'7,"0"2</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08.520"/>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0,'8'0,"1"0</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08.770"/>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17 0,'0'8,"-7"1,-3 0</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09.020"/>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43 0,'-7'0,"-10"0,-2 0</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09.23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114 0,'-7'0,"-10"0,-9 0,-7 0,2 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09.457"/>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114 0,'-7'0,"-10"7,-9 3,-7-1,2-1</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09.692"/>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201 0,'-8'0,"-9"0,-9 0,-7 0,-5 0,-4 0,6 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09.89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17 0,'-7'0,"-3"0</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10.773"/>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0,'0'0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11.023"/>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0,'0'0</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11.273"/>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18,'0'-8,"0"-1</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11.89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1,'0'7,"8"2,1 0</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12.210"/>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26,'15'0,"11"0,16 0,8 0,17 0,5 0,-4-7,-5-2,-14 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12.570"/>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401 66,'-7'0,"-10"0,-16 0,-17-8,-15-1,-10-8,-7 0,11 3</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12.820"/>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43 1,'-7'0,"-10"0,-1 0</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13.054"/>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244 1,'-7'0,"-10"0,-9 0,-7 0,-6 0,-2 0,-2 0,6 0</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13.33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244 1,'-7'0,"-10"0,-9 0,-7 0,-5 0,-4 0,-2 0,7 0</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13.601"/>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1,'0'0</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13.992"/>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1,'0'0</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15.242"/>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99,'8'0,"1"-7,8-2,7-8,7 0,6 3,-4-4,-7 2</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15.507"/>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82,'7'-7,"10"-3,9 1,7 2,-2-5,2-1,1 2,3 4,-6 1</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15.773"/>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39,'8'0,"1"-7,7-3,8 1,8 2,-3 1</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16.14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1,'14'0,"5"0</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16.429"/>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1,'0'0</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16.679"/>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1,'0'0</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16.976"/>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261 1,'-15'0,"-11"0,-9 0,-6 0,-3 0,-8 0,4 0</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17.226"/>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219 1,'-7'0,"-10"0,-9 0,-7 7,-6 2,4 7,1 1,7-2</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17.507"/>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43 1,'-7'0,"-10"0,-1 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17.741"/>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115 1,'-7'0,"-10"7,-9 2,-7 0,1-1</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17.976"/>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26 1,'-7'0,"-2"7,0 2</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18.226"/>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0,'0'0</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19.022"/>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39,'7'0,"3"-7,6-3,8 1,7 2,-1 2</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19.272"/>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0,'8'0,"9"0,1 0</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19.491"/>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0,'8'0,"8"0,10 0,7 0,6 0,-5 0</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19.78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0,'7'0,"10"0,9 0,0 0</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20.054"/>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1,'7'0,"3"0</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0:21.616"/>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1,'0'0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07.356"/>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1,'0'0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07.606"/>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1,'8'0,"8"0,10 0,7 0,12 0,-1 0</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07.809"/>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1,'8'0,"8"0,10 0,7 0,6 0,-5 0</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07.997"/>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1,'14'0,"13"0,15 0,1 0</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08.200"/>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1,'7'0,"10"0,9 0,8 0,4 0,-3 0</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08.387"/>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1,'7'0,"10"0,9 0,15 0,7 0,2 0,-6 0</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08.606"/>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0,'7'0,"10"0,9 0,7 0,-2 0</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08.840"/>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1,'0'7,"7"2,10 0,8-2,1-2</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09.07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0,'8'0,"8"0,10 0,0 0</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09.403"/>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0,'14'0,"13"0,8 0,13 0,-2 0</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09.621"/>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114 0,'-7'0,"-9"0,-10 0,-7 0,1 0</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09.82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76 0,'-7'0,"-9"0,-10 0,0 0</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10.059"/>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1,'0'0</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10.246"/>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114 1,'-7'0,"-9"0,-10 0,-7 0,2 0</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10.46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174 1,'-7'0,"-10"0,-9 0,-7 0,-13 0,2 0</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10.66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77 1,'-8'0,"-9"0,-9 0,0 0</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10.871"/>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182 1,'-7'0,"-10"0,-9 0,-14 0,-8 0,5 0</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11.090"/>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114 1,'-7'0,"-10"0,-9 0,-7 0,2 0</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11.309"/>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1,'0'0</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11.52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1,'7'0,"10"0,9 0,0 0</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11.731"/>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1,'7'0,"18"0,10 0,7 0,4 0,1 0,-8 0</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11.934"/>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1,'7'0,"10"0,8 0,9 0,11 0,-1 0</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12.121"/>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1,'7'0,"10"0,16 0,17 0,8 0,-7 0</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12.356"/>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1,'14'0,"12"0,9 7,6 2,17 0,6-2,-8-2</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12.590"/>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59 0,'-7'0,"-16"0,-6 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12.793"/>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200 0,'-7'0,"-10"0,-9 0,-7 0,-6 0,-3 0,6 0</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12.996"/>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18 0,'-7'0,"-3"0</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13.16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157 0,'-7'0,"-10"0,-9 0,-7 0,-6 0,4 0</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13.387"/>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157 0,'-7'0,"-10"0,-9 0,-7 0,-6 0,5 0</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13.606"/>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157 0,'-8'0,"-9"0,-9 0,-7 0,-5 0,3 0</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13.809"/>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157 1,'-7'0,"-10"0,-9 0,-7 0,-6 0,5 0</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14.043"/>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43,'0'-7,"0"-10,0-1</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14.277"/>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1,'14'0,"20"0,10 0,13 0,4 0,-9 0</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14.496"/>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1,'7'0,"9"0,10 0,0 0</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14.71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1,'7'0,"10"0,9 0,7 0,5 0,4 0,2 0,-7 0</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14.902"/>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0,'7'0,"17"0,11 0,8 0,2 0,-5 0</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15.10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0,'7'0,"10"0,9 0,14 0,8 0,10 0,-4 0</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15.324"/>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1,'7'0,"10"0,16 0,10 7,5 2,1 0,0-2,-9-2</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15.543"/>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0,'8'0,"8"0,10 0,0 8,3 1,4 1,-4-3</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15.746"/>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0,'8'0,"1"0</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15.96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17 0,'-7'0,"-3"0</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16.152"/>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156 41,'-7'-7,"-10"-2,-9 0,-7 2,-5 1,3 3</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16.35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190 17,'-7'0,"-10"0,-16 0,-10 0,-5-7,6-3</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16.574"/>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156 1,'-7'0,"-9"0,-10 0,-7 0,-6 0,5 0</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16.793"/>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156 1,'-7'0,"-10"0,-8 0,-9 0,-4 0,3 0</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17.012"/>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77 1,'-7'0,"-10"0,-9 0,0 0</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17.230"/>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76 1,'-7'0,"-10"0,-9 0,0 0</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17.433"/>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17 1,'-7'0,"-3"0</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17.66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1,'8'0,"9"0,9 0,0 0</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17.871"/>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1,'7'0,"9"0,3 0</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18.090"/>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1,'8'0,"8"0,10 0,1 0</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18.277"/>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1,'8'0,"9"0,9 0,7 0,-2 0</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18.511"/>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1,'7'0,"9"0,10 0,8 0,4 0,4 0,1 0,-6 0</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18.699"/>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1,'0'0</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18.902"/>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163 1,'-7'0,"-2"7,-15 2,-2 8,-5 0,-4-3,5-3</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19.152"/>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1,'0'0</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19.35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157 1,'-7'0,"-10"0,-9 7,-7 2,-6 7,5 1</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19.574"/>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0,'7'0,"10"0,1 0</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19.80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1,'7'0,"10"0,9 0,8 0,11 7,-1 10,0 2,-2-3,-7-3</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20.05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0,'0'0</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20.30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43 0,'-7'0,"-9"0,-3 0</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20.542"/>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174 0,'-7'0,"-10"0,-9 8,-7 1,2 7,-2 1,6-2</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20.761"/>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82 1,'-7'0,"-3"7,-6 3,-8-1,0-1</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20.996"/>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116 0,'-8'0,"-9"0,-9 0,-7 0,2 0</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21.371"/>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18,'0'-7,"0"-3</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21.60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44 17,'-7'0,"-10"-7,-2-3</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21.824"/>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77 0,'-7'0,"-10"0,-9 0,0 0</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22.05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0,'0'0</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22.324"/>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0,'8'0,"9"0,9 0,7 0,6 0,-5 0</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22.511"/>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0,'7'0,"10"0,8 0,1 0</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22.730"/>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0,'7'0,"10"0,9 0,7 0,5 0,4 0,2 0,-7 0</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22.917"/>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0,'7'0,"10"0,9 0,14 0,8 0,-4 0</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23.136"/>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0,'8'0,"9"0,9 0,0 0</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23.339"/>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0,'7'0,"10"0,8 0,16 0,7 0,-4 0</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23.542"/>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0,'0'0</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23.730"/>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0,'8'0,"8"0,18 0,1 0</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23.94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0,'8'0,"2"0</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24.167"/>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0,'0'0</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36.436"/>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0,'0'0</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36.749"/>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0,'0'0</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36.936"/>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0,'22'0,"28"0,27 0,23 0,1 0,-9 0,-14 0,-19 0</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37.139"/>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0,'7'0,"10"0,9 0,0 0</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37.374"/>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0,'7'0,"10"0,16 8,17 2,14-1,18-2,10-1,-5-3,-16-1</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37.530"/>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1,'0'0</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37.733"/>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76 1,'-7'0,"-10"0,-8 0,-1 0</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37.952"/>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89 27,'-7'0,"-10"0,-2-8,-4-1,0-1</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38.15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156 1,'-7'0,"-9"0,-10 0,-7 0,-6 0,5 0</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38.35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226 1,'-7'0,"-10"0,-9 0,-7 0,-13 0,-5 0,5 0</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38.561"/>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114 1,'-7'0,"-9"0,-10 0,-7 0,1 0</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38.764"/>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148 1,'-7'0,"-17"0,-11 0,-8 0,5 0</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38.983"/>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1,'0'0</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39.186"/>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1,'7'0,"10"0,16 0,17 0,14 0,18 0,-5 0</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39.40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1,'0'0</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39.60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1,'8'0,"8"0,11 0,13 0,16 0,12 0,1 0,-10 0</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39.79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1,'7'0,"10"0,9 0,8 0,11 0,7 0,-7 0</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43.99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1,'0'0</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44.217"/>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1,'0'0</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44.436"/>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1,'0'0</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44.686"/>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0,'0'0</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44.904"/>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44 0,'-8'0,"-9"0,-1 0</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45.107"/>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0,'0'0</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45.311"/>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0,'0'0</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45.529"/>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648 38,'-7'0,"-17"0,-26 0,-19 0,-19-7,-17-2,-4 0,2 2,18 1</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45.732"/>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156 0,'-7'0,"-9"0,-10 0,-7 0,-6 0,5 0</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45.951"/>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18 0,'-8'0,"-1"0</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46.18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1,'0'7,"0"9,0 3</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46.404"/>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26 1,'-7'0,"-3"7,1 2</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46.654"/>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0,'7'8,"17"1,4 1</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46.920"/>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0,'8'0,"8"0,11 0,-1 0</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47.123"/>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0,'8'0,"8"0,10 0,8 0,-3 0</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47.326"/>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0,'7'0,"10"0,9 0,7 0,6 0,3 0,-6 0</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47.54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0,'8'0,"16"0,11 0,1 0</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47.810"/>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0,'15'0,"11"0,16 0,8 0,3 0,-1 0,-1 0,-10 0</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48.029"/>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0,'7'0,"10"0,9 0,7 0,-1 0</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48.24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0,'7'0,"10"0,8 0,9 0,-3 0</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48.482"/>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0,'7'0,"2"0</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48.732"/>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76 0,'-7'0,"-10"0,-9 0,0 0</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48.93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173 0,'-7'0,"-10"0,-9 0,-7 0,-13 0,3 0</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49.18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288 0,'-7'0,"-10"0,-9 0,-7 0,-5 0,-4 0,-1 0,-1 0,7 0</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49.420"/>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244 1,'-14'0,"-12"0,-10 0,-4 0,-4 0,-1 0,6 0</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49.63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75 1,'-7'0,"-9"0,-10 7,0 2</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49.904"/>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0 108,'15'0,"4"-7,6-2,0-8,2 0,-4-4,2 1,-3 4</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50.123"/>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43,'7'0,"10"-7,9-3,8 0,4 3,4 2,-6 1</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50.357"/>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43,'0'-7,"7"-2,9 0,10 1,8 3,4 2,-3 1</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50.560"/>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77 0,'-7'0,"-10"0,-9 0,0 0</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50.763"/>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93 0,'-7'0,"-10"0,-16 0,-2 0</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51.013"/>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244 0,'-7'0,"-10"0,-9 0,-7 0,-5 0,-4 0,-1 0,6 0</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51.232"/>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43 0,'-7'0,"-10"0,-1 0</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51.451"/>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43 0,'-7'0,"-10"0,-2 0</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51.716"/>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0,'0'8,"0"1</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51.966"/>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0,'8'8,"8"9,10 1,7-1,-1-5</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52.201"/>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50,'0'-7,"8"-2,1-7,0-1</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52.451"/>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35,'14'-7,"13"-3,8 0,-2 3</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52.68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1,'0'0</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52.966"/>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115 1,'-7'0,"-10"0,-9 0,-7 0,2 0</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53.154"/>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44 0,'-7'0,"-10"0,-2 0</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53.38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1,'7'0,"10"0,9 0,7 0,13 0,5 0,-5 0</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53.591"/>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0,'22'0,"21"0,10 0,4 0,7 0,-1 0,-11 0</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53.810"/>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0,'7'0,"9"0,10 0,7 0,6 0,2 0,-5 0</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54.060"/>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0,'7'0,"9"0,10 0,15 7,7 3,3-1,-8-2</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54.263"/>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0,'7'0,"10"0,9 0,0 0</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54.497"/>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1,'7'0,"10"0,2 0</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54.747"/>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1,'7'0,"3"7,6 2,1 8,5 0,5-3,-1 4,-6-2</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54.982"/>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0,'0'8,"0"1</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55.247"/>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0,'0'0</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55.513"/>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1,'0'7,"0"2</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55.794"/>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227 109,'0'-7,"-8"-3,-9 1,-9-6,-7 1,-13-6,-5 1,6 4</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56.044"/>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149 17,'-7'0,"-17"0,-12 0,-7-7,5-3</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56.263"/>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0,'0'0</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56.607"/>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0,'7'0,"10"8,9 8,7 2,5-1,4-5,2-4,-7-3</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56.841"/>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1,'7'0,"10"0,8 0,1 0</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57.13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1,'0'7,"7"2,3 0</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57.419"/>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0,'0'0</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1:57.63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0,'0'0</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08.084"/>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1,'2122'0,"-2096"1,1 2,-1 1,31 8,-26-4,55 4,38-8,-65-3,102 13,-78-2,167 3,-214-15</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5:32:10.679"/>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3810 339 0,'-3810'-339'0</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12.272"/>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0,'0'0</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12.490"/>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0,'0'8,"0"1</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12.709"/>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0,'7'0,"3"8,6 8,1 3</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12.959"/>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0,'7'0,"10"0,9 0,7 0,5 0,4 0,-5 0</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13.17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0,'8'0,"8"0,10 0,14 0,8 0,-4 0</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13.443"/>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0,'7'0,"9"0,10 0,8 0,4 0,-3 0</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13.693"/>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126 0,'-14'0,"-12"0,-16 0,-1 0</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13.912"/>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156 0,'-7'0,"-9"0,-10 0,-7 0,-6 0,5 0</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14.146"/>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76 0,'-7'0,"-10"0,-8 0,-1 0</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14.36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77 0,'-8'0,"-9"0,-9 0,0 0</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14.896"/>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0,'0'0</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15.209"/>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77,'7'0,"17"0,18-7,17-2,20 0,11-6,4 0,1 3,-16 3</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15.42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43,'7'0,"10"-7,16-3,10 0,5 3,1 2,-8 1</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15.61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1,'14'0,"13"0,22 0,11 0,2 0,-2 0,-12 0</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15.881"/>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1,'7'0,"3"7,6 2,8 0,7-1,-1-3</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16.06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1,'7'0,"3"7,6 2,8 0,7 6,6 0,-4-3</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16.271"/>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0,'7'0,"10"0,9 0,0 0</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16.490"/>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0,'8'0,"8"0,3 0</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16.724"/>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0,'0'0</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17.11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217 33,'-7'0,"-10"0,-9 0,-7-7,-6-2,-10 0,4 2</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17.31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174 1,'-7'0,"-10"0,-9 0,-7 0,-13 0,2 0</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17.521"/>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76 1,'-7'0,"-10"0,-9 0,0 0</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17.709"/>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268 34,'-7'0,"-17"0,-12 0,-6-7,-11-3,-4 1,9 2</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17.92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156 0,'-7'0,"-10"0,-8 0,-9 0,-4 0,3 0</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18.146"/>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43 0,'-7'0,"-9"0,-3 0</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18.36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17 1,'-7'7,"-3"3</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18.599"/>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0,'8'0,"8"0,11 0,13 0,16 8,19 9,18 1,16 6,-12-1</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18.86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0,'8'0,"9"0,16 0,10 0,-3 0</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19.11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0,'15'0,"4"7,6 3,7-1,4-2,4-2,2 5,-6 2</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19.334"/>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0,'8'0,"8"0,2 8,6 2,-2 6,3 1,-3-3</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19.584"/>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17 0,'-7'0,"-3"0</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19.834"/>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17 0,'-7'0,"-3"0</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20.021"/>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69,'0'-14,"0"-12,0-3</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20.287"/>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89 59,'-7'0,"-10"-7,-1-9,-6-3,2 2</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20.50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1,'7'0,"10"0,9 0,7 0,5 0,-3 0</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20.740"/>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1,'7'7,"10"2,9 7,7 1,5-2,4-4,-6-4</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20.990"/>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0,'7'8,"2"1</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21.209"/>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0,'0'0</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21.443"/>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0,'0'0</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21.974"/>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115 0,'0'8,"-7"1,-10 1,-9-3,-7-1,1-3</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22.25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156 0,'-7'0,"-10"0,-9 0,-7 0,-5 0,3 0</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22.45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75 0,'0'8,"-7"1,-9 0,-10-2,0-2</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22.70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76 0,'-7'0,"-10"0,-9 0,0 0</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22.95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0,'0'0</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27.646"/>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0,'0'0</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27.849"/>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75,'0'-7,"14"-2,19-8,19 0,22 3,-2 3</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28.25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25,'14'0,"12"0,9 0,13 0,19 0,14-7,-1-2,-13 0</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28.474"/>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43 1,'-7'0,"-10"0,-2 0</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28.677"/>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503 33,'-22'0,"-21"0,-18 0,-21-7,-17-2,-6 0,14 1</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28.896"/>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43 33,'0'-7,"-7"-2,-10 0,-1 2</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29.114"/>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1,'0'0</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29.34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232 0,'-15'8,"-11"8,-16 3,-8 5,-3 5,8-2</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29.552"/>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77 1,'-7'0,"-10"0,-9 0,0 0</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29.786"/>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43 1,'-7'0,"-10"0,-2 0</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30.00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18,'7'0,"17"-7,4-3</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30.192"/>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1,'8'0,"8"0,2 0</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30.45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1,'8'0,"16"0,12 0,6 0,4 0,0 0,1 0,-8 0</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30.661"/>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1,'8'0,"1"7,8 3,14-1,10 6,5-1,8-1,4-4,-9-3</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30.880"/>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1,'7'0,"9"0,10 7,8 2,11 0,0-2</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31.09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43 0,'-7'0,"-10"0,-2 0</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31.34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321 0,'-14'0,"-12"0,-9 0,-6 0,-10 0,-3 0,-1 0,10 0</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31.520"/>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463 1,'-14'0,"-12"0,-17 0,-7 0,-10 0,-2 0,2 0,4 0,5 0,11 0</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31.723"/>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115 1,'-7'0,"-10"0,-9 0,-7 0,1 0</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31.927"/>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1,'0'0</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32.14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1,'15'0,"26"0,27 0,31 0,28 0,28 0,17 0,0 0,-7 0,-32 0</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32.317"/>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77 1,'-7'0,"-10"0,-9 0,0 0</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32.536"/>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431 27,'-7'0,"-17"0,-11 0,-8 0,-2 0,-9 0,-3 0,2-7,-4-3,7 0</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32.739"/>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1,'0'0</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33.00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1,'14'0,"20"0,25 0,17 0,17 0,0 0,-1 0,-9 0,-19 0</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33.254"/>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0,'8'0,"8"0,10 0,0 0</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33.504"/>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1033 0,'-14'0,"-13"0,-15 0,-8 0,-10 0,-2 0,-5 0,-5 0,-12 8,-14 2,-11-1,-9 5,-6 1,18-2</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33.723"/>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0,'8'0,"8"0,10 0,1 0</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34.114"/>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3,'128'-1,"-6"-1,200 22,70 33,-344-46,-7-2</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30T15:32:36.459"/>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4948 430 0,'-4374'-430'0,"3800"860"0,5522-430 0</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38.53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17 0,'-7'0,"-3"0</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38.801"/>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289 0,'-7'0,"-10"0,-9 0,-7 0,-6 0,-3 0,-1 0,-1 0,7 0</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38.989"/>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0,'0'0</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39.223"/>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75,'15'0,"18"0,19-7,14-2,11-7,-1-1,-5 2,-16 5</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39.457"/>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18 26,'0'-7,"-7"-3,-3 1</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39.676"/>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76 38,'0'-7,"-7"-2,-10 0,-8 2,-1 1</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39.89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35,'0'-8,"7"-1,10-1,2 3</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40.14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0,'7'0,"10"0,9 0,7 0,13 0,5 0,2 0,-1 0,-10 0</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40.379"/>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0,'7'0,"10"0,1 0</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40.942"/>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17 1,'0'7,"-7"2,-3 0</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41.160"/>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123 0,'-7'0,"-10"0,-1 8,-6 1,-5 0,2-2</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41.39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98 0,'-7'0,"-10"0,-9 0,0 7,5 3</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41.59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17 0,'-7'0,"-2"0</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41.84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0,'0'0</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42.223"/>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88,'7'0,"10"-7,16-3,10 1,-2-6,-1 1,-1 1,1 4,1 4,0 1,-6 3</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42.504"/>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1,'7'0,"10"0,9 0,0 0</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42.910"/>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43,'0'-7,"0"-10,0-1</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43.144"/>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17 1,'-7'0,"-2"0</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43.519"/>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200 81,'-7'0,"-10"-7,-8-10,-9-2,-4 3,-4 3,6 4</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43.801"/>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1,'7'0,"10"0,2 0</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44.082"/>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0,'7'0,"3"7,-1 3</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44.332"/>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1,'0'7,"0"2</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44.551"/>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0,'0'0</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44.98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17,'0'-7,"0"-3</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48.78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43 0,'-7'0,"-10"0,-2 0</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49.019"/>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156 0,'-7'0,"-9"0,-10 0,-7 0,-6 0,5 0</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58.76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1,'0'0</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58.987"/>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43,'14'0,"27"-7,27-3,10 1,-1 1,-7 3,-15 1</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59.51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0,'7'0,"17"0,12 0,13 0,14 0,3 0,-3 0,-12 0</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59.753"/>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0,'8'0,"8"0,10 0,0 0</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2:59.956"/>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0,'8'0,"9"0,9 0,7 0,6 0,-5 0</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3:00.206"/>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0,'7'0,"10"0,8 0,1 0</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3:00.409"/>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292 0,'-7'0,"-17"0,-12 0,-13 0,-7 0,-7 0,6 0</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3:00.612"/>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157 0,'-7'0,"-10"0,-9 0,-8 0,-4 0,3 0</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3:00.81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77 1,'-7'0,"-10"0,-9 0,-1 0</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3:01.01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333 1,'-8'0,"-16"0,-11 0,-8 0,-3 0,0 0,-1 0,1 0,9 0</inkml:trace>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3:01.221"/>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17 1,'-7'0,"-3"0</inkml:trace>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3:01.440"/>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1,'0'7,"0"2</inkml:trace>
</inkml:ink>
</file>

<file path=ppt/ink/ink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3:01.643"/>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0,'7'0,"2"0</inkml:trace>
</inkml:ink>
</file>

<file path=ppt/ink/ink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3:01.87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27,'15'0,"18"0,11 0,6 0,8 0,9-8,0-1,-11-1</inkml:trace>
</inkml:ink>
</file>

<file path=ppt/ink/ink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3:02.112"/>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1,'7'0,"2"0</inkml:trace>
</inkml:ink>
</file>

<file path=ppt/ink/ink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3:02.393"/>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831 0,'-15'0,"-25"0,-36 15,-26 11,-17 10,-4-3,-1 1,-2 2,20-5</inkml:trace>
</inkml:ink>
</file>

<file path=ppt/ink/ink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3:02.597"/>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0,'0'0</inkml:trace>
</inkml:ink>
</file>

<file path=ppt/ink/ink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3:02.81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72,'0'-7,"7"-10,10-2,8 3,1 3</inkml:trace>
</inkml:ink>
</file>

<file path=ppt/ink/ink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3:03.081"/>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0,'14'0,"20"0,18 0,7 0,1 0,5 0,-2 0,-11 0</inkml:trace>
</inkml:ink>
</file>

<file path=ppt/ink/ink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3:03.534"/>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0,'8'0,"8"0,10 0,0 0</inkml:trace>
</inkml:ink>
</file>

<file path=ppt/ink/ink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3:03.753"/>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27,'7'0,"9"0,3-7,5-3,-2 1</inkml:trace>
</inkml:ink>
</file>

<file path=ppt/ink/ink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3:03.987"/>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17,'8'0,"8"0,3-7,-2-3</inkml:trace>
</inkml:ink>
</file>

<file path=ppt/ink/ink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3:04.221"/>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17,'0'-7,"0"-2</inkml:trace>
</inkml:ink>
</file>

<file path=ppt/ink/ink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3:04.474"/>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17,'0'-7,"0"-2</inkml:trace>
</inkml:ink>
</file>

<file path=ppt/ink/ink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3:04.724"/>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157 1,'-7'0,"-10"0,-9 0,-7 0,-6 0,5 0</inkml:trace>
</inkml:ink>
</file>

<file path=ppt/ink/ink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3:04.990"/>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43 0,'0'8,"-7"2,-10-1,-2-2</inkml:trace>
</inkml:ink>
</file>

<file path=ppt/ink/ink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3:05.25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1,'8'0,"8"0,10 0,8 0,4 0,4 0,2 0,-8 0</inkml:trace>
</inkml:ink>
</file>

<file path=ppt/ink/ink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3:05.459"/>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1,'0'0</inkml:trace>
</inkml:ink>
</file>

<file path=ppt/ink/ink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3:05.696"/>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1,'8'0,"1"0</inkml:trace>
</inkml:ink>
</file>

<file path=ppt/ink/ink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3:05.931"/>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0,'0'0</inkml:trace>
</inkml:ink>
</file>

<file path=ppt/ink/ink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30T15:33:06.150"/>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32948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30303">
              <a:alpha val="7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30303">
              <a:alpha val="7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30303">
              <a:alpha val="7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30303">
              <a:alpha val="7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30303">
              <a:alpha val="7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30303">
              <a:alpha val="7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30303">
              <a:alpha val="7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30303">
              <a:alpha val="7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30303">
              <a:alpha val="7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30303">
              <a:alpha val="7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customXml" Target="../ink/ink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6" Type="http://schemas.openxmlformats.org/officeDocument/2006/relationships/image" Target="../media/image17.png"/><Relationship Id="rId21" Type="http://schemas.openxmlformats.org/officeDocument/2006/relationships/image" Target="../media/image15.png"/><Relationship Id="rId42" Type="http://schemas.openxmlformats.org/officeDocument/2006/relationships/image" Target="../media/image23.png"/><Relationship Id="rId47" Type="http://schemas.openxmlformats.org/officeDocument/2006/relationships/customXml" Target="../ink/ink29.xml"/><Relationship Id="rId63" Type="http://schemas.openxmlformats.org/officeDocument/2006/relationships/customXml" Target="../ink/ink39.xml"/><Relationship Id="rId68" Type="http://schemas.openxmlformats.org/officeDocument/2006/relationships/customXml" Target="../ink/ink42.xml"/><Relationship Id="rId84" Type="http://schemas.openxmlformats.org/officeDocument/2006/relationships/image" Target="../media/image39.png"/><Relationship Id="rId89" Type="http://schemas.openxmlformats.org/officeDocument/2006/relationships/customXml" Target="../ink/ink57.xml"/><Relationship Id="rId16" Type="http://schemas.openxmlformats.org/officeDocument/2006/relationships/image" Target="../media/image13.png"/><Relationship Id="rId11" Type="http://schemas.openxmlformats.org/officeDocument/2006/relationships/image" Target="../media/image11.png"/><Relationship Id="rId32" Type="http://schemas.openxmlformats.org/officeDocument/2006/relationships/customXml" Target="../ink/ink21.xml"/><Relationship Id="rId37" Type="http://schemas.openxmlformats.org/officeDocument/2006/relationships/image" Target="../media/image21.png"/><Relationship Id="rId53" Type="http://schemas.openxmlformats.org/officeDocument/2006/relationships/image" Target="../media/image28.png"/><Relationship Id="rId58" Type="http://schemas.openxmlformats.org/officeDocument/2006/relationships/customXml" Target="../ink/ink36.xml"/><Relationship Id="rId74" Type="http://schemas.openxmlformats.org/officeDocument/2006/relationships/image" Target="../media/image36.png"/><Relationship Id="rId79" Type="http://schemas.openxmlformats.org/officeDocument/2006/relationships/image" Target="../media/image38.png"/><Relationship Id="rId102" Type="http://schemas.openxmlformats.org/officeDocument/2006/relationships/customXml" Target="../ink/ink67.xml"/><Relationship Id="rId5" Type="http://schemas.openxmlformats.org/officeDocument/2006/relationships/image" Target="../media/image8.png"/><Relationship Id="rId90" Type="http://schemas.openxmlformats.org/officeDocument/2006/relationships/customXml" Target="../ink/ink58.xml"/><Relationship Id="rId95" Type="http://schemas.openxmlformats.org/officeDocument/2006/relationships/customXml" Target="../ink/ink62.xml"/><Relationship Id="rId22" Type="http://schemas.openxmlformats.org/officeDocument/2006/relationships/customXml" Target="../ink/ink14.xml"/><Relationship Id="rId27" Type="http://schemas.openxmlformats.org/officeDocument/2006/relationships/customXml" Target="../ink/ink17.xml"/><Relationship Id="rId43" Type="http://schemas.openxmlformats.org/officeDocument/2006/relationships/customXml" Target="../ink/ink27.xml"/><Relationship Id="rId48" Type="http://schemas.openxmlformats.org/officeDocument/2006/relationships/customXml" Target="../ink/ink30.xml"/><Relationship Id="rId64" Type="http://schemas.openxmlformats.org/officeDocument/2006/relationships/image" Target="../media/image32.png"/><Relationship Id="rId69" Type="http://schemas.openxmlformats.org/officeDocument/2006/relationships/image" Target="../media/image34.png"/><Relationship Id="rId80" Type="http://schemas.openxmlformats.org/officeDocument/2006/relationships/customXml" Target="../ink/ink49.xml"/><Relationship Id="rId85" Type="http://schemas.openxmlformats.org/officeDocument/2006/relationships/customXml" Target="../ink/ink53.xml"/><Relationship Id="rId12" Type="http://schemas.openxmlformats.org/officeDocument/2006/relationships/customXml" Target="../ink/ink8.xml"/><Relationship Id="rId17" Type="http://schemas.openxmlformats.org/officeDocument/2006/relationships/customXml" Target="../ink/ink11.xml"/><Relationship Id="rId25" Type="http://schemas.openxmlformats.org/officeDocument/2006/relationships/customXml" Target="../ink/ink16.xml"/><Relationship Id="rId33" Type="http://schemas.openxmlformats.org/officeDocument/2006/relationships/image" Target="../media/image19.png"/><Relationship Id="rId38" Type="http://schemas.openxmlformats.org/officeDocument/2006/relationships/customXml" Target="../ink/ink24.xml"/><Relationship Id="rId46" Type="http://schemas.openxmlformats.org/officeDocument/2006/relationships/image" Target="../media/image25.png"/><Relationship Id="rId59" Type="http://schemas.openxmlformats.org/officeDocument/2006/relationships/image" Target="../media/image30.png"/><Relationship Id="rId67" Type="http://schemas.openxmlformats.org/officeDocument/2006/relationships/image" Target="../media/image33.png"/><Relationship Id="rId20" Type="http://schemas.openxmlformats.org/officeDocument/2006/relationships/customXml" Target="../ink/ink13.xml"/><Relationship Id="rId41" Type="http://schemas.openxmlformats.org/officeDocument/2006/relationships/customXml" Target="../ink/ink26.xml"/><Relationship Id="rId54" Type="http://schemas.openxmlformats.org/officeDocument/2006/relationships/customXml" Target="../ink/ink33.xml"/><Relationship Id="rId62" Type="http://schemas.openxmlformats.org/officeDocument/2006/relationships/image" Target="../media/image31.png"/><Relationship Id="rId70" Type="http://schemas.openxmlformats.org/officeDocument/2006/relationships/customXml" Target="../ink/ink43.xml"/><Relationship Id="rId75" Type="http://schemas.openxmlformats.org/officeDocument/2006/relationships/customXml" Target="../ink/ink46.xml"/><Relationship Id="rId83" Type="http://schemas.openxmlformats.org/officeDocument/2006/relationships/customXml" Target="../ink/ink52.xml"/><Relationship Id="rId88" Type="http://schemas.openxmlformats.org/officeDocument/2006/relationships/customXml" Target="../ink/ink56.xml"/><Relationship Id="rId91" Type="http://schemas.openxmlformats.org/officeDocument/2006/relationships/image" Target="../media/image40.png"/><Relationship Id="rId96" Type="http://schemas.openxmlformats.org/officeDocument/2006/relationships/image" Target="../media/image41.png"/><Relationship Id="rId1" Type="http://schemas.openxmlformats.org/officeDocument/2006/relationships/slideLayout" Target="../slideLayouts/slideLayout3.xml"/><Relationship Id="rId6" Type="http://schemas.openxmlformats.org/officeDocument/2006/relationships/customXml" Target="../ink/ink5.xml"/><Relationship Id="rId15" Type="http://schemas.openxmlformats.org/officeDocument/2006/relationships/customXml" Target="../ink/ink10.xml"/><Relationship Id="rId23" Type="http://schemas.openxmlformats.org/officeDocument/2006/relationships/customXml" Target="../ink/ink15.xml"/><Relationship Id="rId28" Type="http://schemas.openxmlformats.org/officeDocument/2006/relationships/image" Target="../media/image18.png"/><Relationship Id="rId36" Type="http://schemas.openxmlformats.org/officeDocument/2006/relationships/customXml" Target="../ink/ink23.xml"/><Relationship Id="rId49" Type="http://schemas.openxmlformats.org/officeDocument/2006/relationships/image" Target="../media/image26.png"/><Relationship Id="rId57" Type="http://schemas.openxmlformats.org/officeDocument/2006/relationships/customXml" Target="../ink/ink35.xml"/><Relationship Id="rId10" Type="http://schemas.openxmlformats.org/officeDocument/2006/relationships/customXml" Target="../ink/ink7.xml"/><Relationship Id="rId31" Type="http://schemas.openxmlformats.org/officeDocument/2006/relationships/customXml" Target="../ink/ink20.xml"/><Relationship Id="rId44" Type="http://schemas.openxmlformats.org/officeDocument/2006/relationships/image" Target="../media/image24.png"/><Relationship Id="rId52" Type="http://schemas.openxmlformats.org/officeDocument/2006/relationships/customXml" Target="../ink/ink32.xml"/><Relationship Id="rId60" Type="http://schemas.openxmlformats.org/officeDocument/2006/relationships/customXml" Target="../ink/ink37.xml"/><Relationship Id="rId65" Type="http://schemas.openxmlformats.org/officeDocument/2006/relationships/customXml" Target="../ink/ink40.xml"/><Relationship Id="rId73" Type="http://schemas.openxmlformats.org/officeDocument/2006/relationships/customXml" Target="../ink/ink45.xml"/><Relationship Id="rId78" Type="http://schemas.openxmlformats.org/officeDocument/2006/relationships/customXml" Target="../ink/ink48.xml"/><Relationship Id="rId81" Type="http://schemas.openxmlformats.org/officeDocument/2006/relationships/customXml" Target="../ink/ink50.xml"/><Relationship Id="rId86" Type="http://schemas.openxmlformats.org/officeDocument/2006/relationships/customXml" Target="../ink/ink54.xml"/><Relationship Id="rId94" Type="http://schemas.openxmlformats.org/officeDocument/2006/relationships/customXml" Target="../ink/ink61.xml"/><Relationship Id="rId99" Type="http://schemas.openxmlformats.org/officeDocument/2006/relationships/customXml" Target="../ink/ink65.xml"/><Relationship Id="rId101" Type="http://schemas.openxmlformats.org/officeDocument/2006/relationships/customXml" Target="../ink/ink66.xml"/><Relationship Id="rId4" Type="http://schemas.openxmlformats.org/officeDocument/2006/relationships/customXml" Target="../ink/ink4.xml"/><Relationship Id="rId9" Type="http://schemas.openxmlformats.org/officeDocument/2006/relationships/image" Target="../media/image10.png"/><Relationship Id="rId13" Type="http://schemas.openxmlformats.org/officeDocument/2006/relationships/image" Target="../media/image12.png"/><Relationship Id="rId18" Type="http://schemas.openxmlformats.org/officeDocument/2006/relationships/customXml" Target="../ink/ink12.xml"/><Relationship Id="rId39" Type="http://schemas.openxmlformats.org/officeDocument/2006/relationships/image" Target="../media/image22.png"/><Relationship Id="rId34" Type="http://schemas.openxmlformats.org/officeDocument/2006/relationships/customXml" Target="../ink/ink22.xml"/><Relationship Id="rId50" Type="http://schemas.openxmlformats.org/officeDocument/2006/relationships/customXml" Target="../ink/ink31.xml"/><Relationship Id="rId55" Type="http://schemas.openxmlformats.org/officeDocument/2006/relationships/customXml" Target="../ink/ink34.xml"/><Relationship Id="rId76" Type="http://schemas.openxmlformats.org/officeDocument/2006/relationships/image" Target="../media/image37.png"/><Relationship Id="rId97" Type="http://schemas.openxmlformats.org/officeDocument/2006/relationships/customXml" Target="../ink/ink63.xml"/><Relationship Id="rId7" Type="http://schemas.openxmlformats.org/officeDocument/2006/relationships/image" Target="../media/image9.png"/><Relationship Id="rId71" Type="http://schemas.openxmlformats.org/officeDocument/2006/relationships/customXml" Target="../ink/ink44.xml"/><Relationship Id="rId92" Type="http://schemas.openxmlformats.org/officeDocument/2006/relationships/customXml" Target="../ink/ink59.xml"/><Relationship Id="rId2" Type="http://schemas.openxmlformats.org/officeDocument/2006/relationships/notesSlide" Target="../notesSlides/notesSlide1.xml"/><Relationship Id="rId29" Type="http://schemas.openxmlformats.org/officeDocument/2006/relationships/customXml" Target="../ink/ink18.xml"/><Relationship Id="rId24" Type="http://schemas.openxmlformats.org/officeDocument/2006/relationships/image" Target="../media/image16.png"/><Relationship Id="rId40" Type="http://schemas.openxmlformats.org/officeDocument/2006/relationships/customXml" Target="../ink/ink25.xml"/><Relationship Id="rId45" Type="http://schemas.openxmlformats.org/officeDocument/2006/relationships/customXml" Target="../ink/ink28.xml"/><Relationship Id="rId66" Type="http://schemas.openxmlformats.org/officeDocument/2006/relationships/customXml" Target="../ink/ink41.xml"/><Relationship Id="rId87" Type="http://schemas.openxmlformats.org/officeDocument/2006/relationships/customXml" Target="../ink/ink55.xml"/><Relationship Id="rId61" Type="http://schemas.openxmlformats.org/officeDocument/2006/relationships/customXml" Target="../ink/ink38.xml"/><Relationship Id="rId82" Type="http://schemas.openxmlformats.org/officeDocument/2006/relationships/customXml" Target="../ink/ink51.xml"/><Relationship Id="rId19" Type="http://schemas.openxmlformats.org/officeDocument/2006/relationships/image" Target="../media/image14.png"/><Relationship Id="rId14" Type="http://schemas.openxmlformats.org/officeDocument/2006/relationships/customXml" Target="../ink/ink9.xml"/><Relationship Id="rId30" Type="http://schemas.openxmlformats.org/officeDocument/2006/relationships/customXml" Target="../ink/ink19.xml"/><Relationship Id="rId35" Type="http://schemas.openxmlformats.org/officeDocument/2006/relationships/image" Target="../media/image20.png"/><Relationship Id="rId56" Type="http://schemas.openxmlformats.org/officeDocument/2006/relationships/image" Target="../media/image29.png"/><Relationship Id="rId77" Type="http://schemas.openxmlformats.org/officeDocument/2006/relationships/customXml" Target="../ink/ink47.xml"/><Relationship Id="rId100" Type="http://schemas.openxmlformats.org/officeDocument/2006/relationships/image" Target="../media/image42.png"/><Relationship Id="rId8" Type="http://schemas.openxmlformats.org/officeDocument/2006/relationships/customXml" Target="../ink/ink6.xml"/><Relationship Id="rId51" Type="http://schemas.openxmlformats.org/officeDocument/2006/relationships/image" Target="../media/image27.png"/><Relationship Id="rId72" Type="http://schemas.openxmlformats.org/officeDocument/2006/relationships/image" Target="../media/image35.png"/><Relationship Id="rId93" Type="http://schemas.openxmlformats.org/officeDocument/2006/relationships/customXml" Target="../ink/ink60.xml"/><Relationship Id="rId98" Type="http://schemas.openxmlformats.org/officeDocument/2006/relationships/customXml" Target="../ink/ink64.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customXml" Target="../ink/ink73.xml"/><Relationship Id="rId18" Type="http://schemas.openxmlformats.org/officeDocument/2006/relationships/customXml" Target="../ink/ink77.xml"/><Relationship Id="rId3" Type="http://schemas.openxmlformats.org/officeDocument/2006/relationships/customXml" Target="../ink/ink68.xml"/><Relationship Id="rId21" Type="http://schemas.openxmlformats.org/officeDocument/2006/relationships/image" Target="../media/image47.png"/><Relationship Id="rId7" Type="http://schemas.openxmlformats.org/officeDocument/2006/relationships/customXml" Target="../ink/ink70.xml"/><Relationship Id="rId12" Type="http://schemas.openxmlformats.org/officeDocument/2006/relationships/image" Target="../media/image19.png"/><Relationship Id="rId17" Type="http://schemas.openxmlformats.org/officeDocument/2006/relationships/customXml" Target="../ink/ink76.xml"/><Relationship Id="rId2" Type="http://schemas.openxmlformats.org/officeDocument/2006/relationships/notesSlide" Target="../notesSlides/notesSlide2.xml"/><Relationship Id="rId16" Type="http://schemas.openxmlformats.org/officeDocument/2006/relationships/image" Target="../media/image45.png"/><Relationship Id="rId20" Type="http://schemas.openxmlformats.org/officeDocument/2006/relationships/customXml" Target="../ink/ink78.xml"/><Relationship Id="rId1" Type="http://schemas.openxmlformats.org/officeDocument/2006/relationships/slideLayout" Target="../slideLayouts/slideLayout4.xml"/><Relationship Id="rId6" Type="http://schemas.openxmlformats.org/officeDocument/2006/relationships/image" Target="../media/image44.png"/><Relationship Id="rId11" Type="http://schemas.openxmlformats.org/officeDocument/2006/relationships/customXml" Target="../ink/ink72.xml"/><Relationship Id="rId24" Type="http://schemas.openxmlformats.org/officeDocument/2006/relationships/customXml" Target="../ink/ink80.xml"/><Relationship Id="rId5" Type="http://schemas.openxmlformats.org/officeDocument/2006/relationships/customXml" Target="../ink/ink69.xml"/><Relationship Id="rId15" Type="http://schemas.openxmlformats.org/officeDocument/2006/relationships/customXml" Target="../ink/ink75.xml"/><Relationship Id="rId23" Type="http://schemas.openxmlformats.org/officeDocument/2006/relationships/image" Target="../media/image37.png"/><Relationship Id="rId10" Type="http://schemas.openxmlformats.org/officeDocument/2006/relationships/image" Target="../media/image11.png"/><Relationship Id="rId19" Type="http://schemas.openxmlformats.org/officeDocument/2006/relationships/image" Target="../media/image46.png"/><Relationship Id="rId4" Type="http://schemas.openxmlformats.org/officeDocument/2006/relationships/image" Target="../media/image43.png"/><Relationship Id="rId9" Type="http://schemas.openxmlformats.org/officeDocument/2006/relationships/customXml" Target="../ink/ink71.xml"/><Relationship Id="rId14" Type="http://schemas.openxmlformats.org/officeDocument/2006/relationships/customXml" Target="../ink/ink74.xml"/><Relationship Id="rId22" Type="http://schemas.openxmlformats.org/officeDocument/2006/relationships/customXml" Target="../ink/ink79.xml"/></Relationships>
</file>

<file path=ppt/slides/_rels/slide4.xml.rels><?xml version="1.0" encoding="UTF-8" standalone="yes"?>
<Relationships xmlns="http://schemas.openxmlformats.org/package/2006/relationships"><Relationship Id="rId26" Type="http://schemas.openxmlformats.org/officeDocument/2006/relationships/image" Target="../media/image52.png"/><Relationship Id="rId21" Type="http://schemas.openxmlformats.org/officeDocument/2006/relationships/customXml" Target="../ink/ink91.xml"/><Relationship Id="rId42" Type="http://schemas.openxmlformats.org/officeDocument/2006/relationships/image" Target="../media/image47.png"/><Relationship Id="rId47" Type="http://schemas.openxmlformats.org/officeDocument/2006/relationships/customXml" Target="../ink/ink109.xml"/><Relationship Id="rId63" Type="http://schemas.openxmlformats.org/officeDocument/2006/relationships/customXml" Target="../ink/ink120.xml"/><Relationship Id="rId68" Type="http://schemas.openxmlformats.org/officeDocument/2006/relationships/customXml" Target="../ink/ink124.xml"/><Relationship Id="rId84" Type="http://schemas.openxmlformats.org/officeDocument/2006/relationships/customXml" Target="../ink/ink135.xml"/><Relationship Id="rId89" Type="http://schemas.openxmlformats.org/officeDocument/2006/relationships/customXml" Target="../ink/ink138.xml"/><Relationship Id="rId16" Type="http://schemas.openxmlformats.org/officeDocument/2006/relationships/image" Target="../media/image18.png"/><Relationship Id="rId107" Type="http://schemas.openxmlformats.org/officeDocument/2006/relationships/customXml" Target="../ink/ink151.xml"/><Relationship Id="rId11" Type="http://schemas.openxmlformats.org/officeDocument/2006/relationships/image" Target="../media/image30.png"/><Relationship Id="rId32" Type="http://schemas.openxmlformats.org/officeDocument/2006/relationships/customXml" Target="../ink/ink98.xml"/><Relationship Id="rId37" Type="http://schemas.openxmlformats.org/officeDocument/2006/relationships/customXml" Target="../ink/ink103.xml"/><Relationship Id="rId53" Type="http://schemas.openxmlformats.org/officeDocument/2006/relationships/customXml" Target="../ink/ink112.xml"/><Relationship Id="rId58" Type="http://schemas.openxmlformats.org/officeDocument/2006/relationships/customXml" Target="../ink/ink116.xml"/><Relationship Id="rId74" Type="http://schemas.openxmlformats.org/officeDocument/2006/relationships/customXml" Target="../ink/ink128.xml"/><Relationship Id="rId79" Type="http://schemas.openxmlformats.org/officeDocument/2006/relationships/customXml" Target="../ink/ink131.xml"/><Relationship Id="rId102" Type="http://schemas.openxmlformats.org/officeDocument/2006/relationships/image" Target="../media/image71.png"/><Relationship Id="rId5" Type="http://schemas.openxmlformats.org/officeDocument/2006/relationships/image" Target="../media/image10.png"/><Relationship Id="rId90" Type="http://schemas.openxmlformats.org/officeDocument/2006/relationships/customXml" Target="../ink/ink139.xml"/><Relationship Id="rId95" Type="http://schemas.openxmlformats.org/officeDocument/2006/relationships/customXml" Target="../ink/ink142.xml"/><Relationship Id="rId22" Type="http://schemas.openxmlformats.org/officeDocument/2006/relationships/customXml" Target="../ink/ink92.xml"/><Relationship Id="rId27" Type="http://schemas.openxmlformats.org/officeDocument/2006/relationships/customXml" Target="../ink/ink95.xml"/><Relationship Id="rId43" Type="http://schemas.openxmlformats.org/officeDocument/2006/relationships/customXml" Target="../ink/ink106.xml"/><Relationship Id="rId48" Type="http://schemas.openxmlformats.org/officeDocument/2006/relationships/image" Target="../media/image57.png"/><Relationship Id="rId64" Type="http://schemas.openxmlformats.org/officeDocument/2006/relationships/image" Target="../media/image61.png"/><Relationship Id="rId69" Type="http://schemas.openxmlformats.org/officeDocument/2006/relationships/customXml" Target="../ink/ink125.xml"/><Relationship Id="rId80" Type="http://schemas.openxmlformats.org/officeDocument/2006/relationships/customXml" Target="../ink/ink132.xml"/><Relationship Id="rId85" Type="http://schemas.openxmlformats.org/officeDocument/2006/relationships/image" Target="../media/image66.png"/><Relationship Id="rId12" Type="http://schemas.openxmlformats.org/officeDocument/2006/relationships/customXml" Target="../ink/ink85.xml"/><Relationship Id="rId17" Type="http://schemas.openxmlformats.org/officeDocument/2006/relationships/customXml" Target="../ink/ink88.xml"/><Relationship Id="rId33" Type="http://schemas.openxmlformats.org/officeDocument/2006/relationships/customXml" Target="../ink/ink99.xml"/><Relationship Id="rId38" Type="http://schemas.openxmlformats.org/officeDocument/2006/relationships/image" Target="../media/image55.png"/><Relationship Id="rId59" Type="http://schemas.openxmlformats.org/officeDocument/2006/relationships/customXml" Target="../ink/ink117.xml"/><Relationship Id="rId103" Type="http://schemas.openxmlformats.org/officeDocument/2006/relationships/customXml" Target="../ink/ink147.xml"/><Relationship Id="rId20" Type="http://schemas.openxmlformats.org/officeDocument/2006/relationships/customXml" Target="../ink/ink90.xml"/><Relationship Id="rId41" Type="http://schemas.openxmlformats.org/officeDocument/2006/relationships/customXml" Target="../ink/ink105.xml"/><Relationship Id="rId54" Type="http://schemas.openxmlformats.org/officeDocument/2006/relationships/image" Target="../media/image59.png"/><Relationship Id="rId62" Type="http://schemas.openxmlformats.org/officeDocument/2006/relationships/customXml" Target="../ink/ink119.xml"/><Relationship Id="rId70" Type="http://schemas.openxmlformats.org/officeDocument/2006/relationships/customXml" Target="../ink/ink126.xml"/><Relationship Id="rId75" Type="http://schemas.openxmlformats.org/officeDocument/2006/relationships/image" Target="../media/image64.png"/><Relationship Id="rId83" Type="http://schemas.openxmlformats.org/officeDocument/2006/relationships/image" Target="../media/image65.png"/><Relationship Id="rId88" Type="http://schemas.openxmlformats.org/officeDocument/2006/relationships/customXml" Target="../ink/ink137.xml"/><Relationship Id="rId91" Type="http://schemas.openxmlformats.org/officeDocument/2006/relationships/customXml" Target="../ink/ink140.xml"/><Relationship Id="rId96" Type="http://schemas.openxmlformats.org/officeDocument/2006/relationships/customXml" Target="../ink/ink143.xml"/><Relationship Id="rId1" Type="http://schemas.openxmlformats.org/officeDocument/2006/relationships/slideLayout" Target="../slideLayouts/slideLayout5.xml"/><Relationship Id="rId6" Type="http://schemas.openxmlformats.org/officeDocument/2006/relationships/customXml" Target="../ink/ink82.xml"/><Relationship Id="rId15" Type="http://schemas.openxmlformats.org/officeDocument/2006/relationships/customXml" Target="../ink/ink87.xml"/><Relationship Id="rId23" Type="http://schemas.openxmlformats.org/officeDocument/2006/relationships/image" Target="../media/image11.png"/><Relationship Id="rId28" Type="http://schemas.openxmlformats.org/officeDocument/2006/relationships/image" Target="../media/image53.png"/><Relationship Id="rId36" Type="http://schemas.openxmlformats.org/officeDocument/2006/relationships/customXml" Target="../ink/ink102.xml"/><Relationship Id="rId49" Type="http://schemas.openxmlformats.org/officeDocument/2006/relationships/customXml" Target="../ink/ink110.xml"/><Relationship Id="rId57" Type="http://schemas.openxmlformats.org/officeDocument/2006/relationships/customXml" Target="../ink/ink115.xml"/><Relationship Id="rId106" Type="http://schemas.openxmlformats.org/officeDocument/2006/relationships/customXml" Target="../ink/ink150.xml"/><Relationship Id="rId10" Type="http://schemas.openxmlformats.org/officeDocument/2006/relationships/customXml" Target="../ink/ink84.xml"/><Relationship Id="rId31" Type="http://schemas.openxmlformats.org/officeDocument/2006/relationships/customXml" Target="../ink/ink97.xml"/><Relationship Id="rId44" Type="http://schemas.openxmlformats.org/officeDocument/2006/relationships/image" Target="../media/image56.png"/><Relationship Id="rId52" Type="http://schemas.openxmlformats.org/officeDocument/2006/relationships/image" Target="../media/image58.png"/><Relationship Id="rId60" Type="http://schemas.openxmlformats.org/officeDocument/2006/relationships/image" Target="../media/image60.png"/><Relationship Id="rId65" Type="http://schemas.openxmlformats.org/officeDocument/2006/relationships/customXml" Target="../ink/ink121.xml"/><Relationship Id="rId73" Type="http://schemas.openxmlformats.org/officeDocument/2006/relationships/image" Target="../media/image63.png"/><Relationship Id="rId78" Type="http://schemas.openxmlformats.org/officeDocument/2006/relationships/image" Target="../media/image23.png"/><Relationship Id="rId81" Type="http://schemas.openxmlformats.org/officeDocument/2006/relationships/customXml" Target="../ink/ink133.xml"/><Relationship Id="rId86" Type="http://schemas.openxmlformats.org/officeDocument/2006/relationships/customXml" Target="../ink/ink136.xml"/><Relationship Id="rId94" Type="http://schemas.openxmlformats.org/officeDocument/2006/relationships/image" Target="../media/image68.png"/><Relationship Id="rId99" Type="http://schemas.openxmlformats.org/officeDocument/2006/relationships/image" Target="../media/image70.png"/><Relationship Id="rId101" Type="http://schemas.openxmlformats.org/officeDocument/2006/relationships/customXml" Target="../ink/ink146.xml"/><Relationship Id="rId4" Type="http://schemas.openxmlformats.org/officeDocument/2006/relationships/customXml" Target="../ink/ink81.xml"/><Relationship Id="rId9" Type="http://schemas.openxmlformats.org/officeDocument/2006/relationships/image" Target="../media/image13.png"/><Relationship Id="rId13" Type="http://schemas.openxmlformats.org/officeDocument/2006/relationships/customXml" Target="../ink/ink86.xml"/><Relationship Id="rId18" Type="http://schemas.openxmlformats.org/officeDocument/2006/relationships/image" Target="../media/image51.png"/><Relationship Id="rId39" Type="http://schemas.openxmlformats.org/officeDocument/2006/relationships/customXml" Target="../ink/ink104.xml"/><Relationship Id="rId34" Type="http://schemas.openxmlformats.org/officeDocument/2006/relationships/customXml" Target="../ink/ink100.xml"/><Relationship Id="rId50" Type="http://schemas.openxmlformats.org/officeDocument/2006/relationships/image" Target="../media/image19.png"/><Relationship Id="rId55" Type="http://schemas.openxmlformats.org/officeDocument/2006/relationships/customXml" Target="../ink/ink113.xml"/><Relationship Id="rId76" Type="http://schemas.openxmlformats.org/officeDocument/2006/relationships/customXml" Target="../ink/ink129.xml"/><Relationship Id="rId97" Type="http://schemas.openxmlformats.org/officeDocument/2006/relationships/image" Target="../media/image69.png"/><Relationship Id="rId104" Type="http://schemas.openxmlformats.org/officeDocument/2006/relationships/customXml" Target="../ink/ink148.xml"/><Relationship Id="rId7" Type="http://schemas.openxmlformats.org/officeDocument/2006/relationships/image" Target="../media/image49.png"/><Relationship Id="rId71" Type="http://schemas.openxmlformats.org/officeDocument/2006/relationships/image" Target="../media/image62.png"/><Relationship Id="rId92" Type="http://schemas.openxmlformats.org/officeDocument/2006/relationships/image" Target="../media/image17.png"/><Relationship Id="rId2" Type="http://schemas.openxmlformats.org/officeDocument/2006/relationships/notesSlide" Target="../notesSlides/notesSlide3.xml"/><Relationship Id="rId29" Type="http://schemas.openxmlformats.org/officeDocument/2006/relationships/customXml" Target="../ink/ink96.xml"/><Relationship Id="rId24" Type="http://schemas.openxmlformats.org/officeDocument/2006/relationships/customXml" Target="../ink/ink93.xml"/><Relationship Id="rId40" Type="http://schemas.openxmlformats.org/officeDocument/2006/relationships/image" Target="../media/image16.png"/><Relationship Id="rId45" Type="http://schemas.openxmlformats.org/officeDocument/2006/relationships/customXml" Target="../ink/ink107.xml"/><Relationship Id="rId66" Type="http://schemas.openxmlformats.org/officeDocument/2006/relationships/customXml" Target="../ink/ink122.xml"/><Relationship Id="rId87" Type="http://schemas.openxmlformats.org/officeDocument/2006/relationships/image" Target="../media/image67.png"/><Relationship Id="rId61" Type="http://schemas.openxmlformats.org/officeDocument/2006/relationships/customXml" Target="../ink/ink118.xml"/><Relationship Id="rId82" Type="http://schemas.openxmlformats.org/officeDocument/2006/relationships/customXml" Target="../ink/ink134.xml"/><Relationship Id="rId19" Type="http://schemas.openxmlformats.org/officeDocument/2006/relationships/customXml" Target="../ink/ink89.xml"/><Relationship Id="rId14" Type="http://schemas.openxmlformats.org/officeDocument/2006/relationships/image" Target="../media/image50.png"/><Relationship Id="rId30" Type="http://schemas.openxmlformats.org/officeDocument/2006/relationships/image" Target="../media/image54.png"/><Relationship Id="rId35" Type="http://schemas.openxmlformats.org/officeDocument/2006/relationships/customXml" Target="../ink/ink101.xml"/><Relationship Id="rId56" Type="http://schemas.openxmlformats.org/officeDocument/2006/relationships/customXml" Target="../ink/ink114.xml"/><Relationship Id="rId77" Type="http://schemas.openxmlformats.org/officeDocument/2006/relationships/customXml" Target="../ink/ink130.xml"/><Relationship Id="rId100" Type="http://schemas.openxmlformats.org/officeDocument/2006/relationships/customXml" Target="../ink/ink145.xml"/><Relationship Id="rId105" Type="http://schemas.openxmlformats.org/officeDocument/2006/relationships/customXml" Target="../ink/ink149.xml"/><Relationship Id="rId8" Type="http://schemas.openxmlformats.org/officeDocument/2006/relationships/customXml" Target="../ink/ink83.xml"/><Relationship Id="rId51" Type="http://schemas.openxmlformats.org/officeDocument/2006/relationships/customXml" Target="../ink/ink111.xml"/><Relationship Id="rId72" Type="http://schemas.openxmlformats.org/officeDocument/2006/relationships/customXml" Target="../ink/ink127.xml"/><Relationship Id="rId93" Type="http://schemas.openxmlformats.org/officeDocument/2006/relationships/customXml" Target="../ink/ink141.xml"/><Relationship Id="rId98" Type="http://schemas.openxmlformats.org/officeDocument/2006/relationships/customXml" Target="../ink/ink144.xml"/><Relationship Id="rId3" Type="http://schemas.openxmlformats.org/officeDocument/2006/relationships/image" Target="../media/image48.png"/><Relationship Id="rId25" Type="http://schemas.openxmlformats.org/officeDocument/2006/relationships/customXml" Target="../ink/ink94.xml"/><Relationship Id="rId46" Type="http://schemas.openxmlformats.org/officeDocument/2006/relationships/customXml" Target="../ink/ink108.xml"/><Relationship Id="rId67" Type="http://schemas.openxmlformats.org/officeDocument/2006/relationships/customXml" Target="../ink/ink123.xml"/></Relationships>
</file>

<file path=ppt/slides/_rels/slide5.xml.rels><?xml version="1.0" encoding="UTF-8" standalone="yes"?>
<Relationships xmlns="http://schemas.openxmlformats.org/package/2006/relationships"><Relationship Id="rId26" Type="http://schemas.openxmlformats.org/officeDocument/2006/relationships/customXml" Target="../ink/ink166.xml"/><Relationship Id="rId21" Type="http://schemas.openxmlformats.org/officeDocument/2006/relationships/image" Target="../media/image74.png"/><Relationship Id="rId42" Type="http://schemas.openxmlformats.org/officeDocument/2006/relationships/image" Target="../media/image11.png"/><Relationship Id="rId47" Type="http://schemas.openxmlformats.org/officeDocument/2006/relationships/customXml" Target="../ink/ink183.xml"/><Relationship Id="rId63" Type="http://schemas.openxmlformats.org/officeDocument/2006/relationships/image" Target="../media/image80.png"/><Relationship Id="rId68" Type="http://schemas.openxmlformats.org/officeDocument/2006/relationships/customXml" Target="../ink/ink197.xml"/><Relationship Id="rId84" Type="http://schemas.openxmlformats.org/officeDocument/2006/relationships/image" Target="../media/image84.png"/><Relationship Id="rId89" Type="http://schemas.openxmlformats.org/officeDocument/2006/relationships/customXml" Target="../ink/ink214.xml"/><Relationship Id="rId16" Type="http://schemas.openxmlformats.org/officeDocument/2006/relationships/customXml" Target="../ink/ink159.xml"/><Relationship Id="rId107" Type="http://schemas.openxmlformats.org/officeDocument/2006/relationships/customXml" Target="../ink/ink229.xml"/><Relationship Id="rId11" Type="http://schemas.openxmlformats.org/officeDocument/2006/relationships/customXml" Target="../ink/ink156.xml"/><Relationship Id="rId32" Type="http://schemas.openxmlformats.org/officeDocument/2006/relationships/customXml" Target="../ink/ink172.xml"/><Relationship Id="rId37" Type="http://schemas.openxmlformats.org/officeDocument/2006/relationships/image" Target="../media/image75.png"/><Relationship Id="rId53" Type="http://schemas.openxmlformats.org/officeDocument/2006/relationships/customXml" Target="../ink/ink187.xml"/><Relationship Id="rId58" Type="http://schemas.openxmlformats.org/officeDocument/2006/relationships/customXml" Target="../ink/ink190.xml"/><Relationship Id="rId74" Type="http://schemas.openxmlformats.org/officeDocument/2006/relationships/customXml" Target="../ink/ink203.xml"/><Relationship Id="rId79" Type="http://schemas.openxmlformats.org/officeDocument/2006/relationships/customXml" Target="../ink/ink207.xml"/><Relationship Id="rId102" Type="http://schemas.openxmlformats.org/officeDocument/2006/relationships/customXml" Target="../ink/ink224.xml"/><Relationship Id="rId5" Type="http://schemas.openxmlformats.org/officeDocument/2006/relationships/customXml" Target="../ink/ink153.xml"/><Relationship Id="rId90" Type="http://schemas.openxmlformats.org/officeDocument/2006/relationships/image" Target="../media/image86.png"/><Relationship Id="rId95" Type="http://schemas.openxmlformats.org/officeDocument/2006/relationships/image" Target="../media/image87.png"/><Relationship Id="rId22" Type="http://schemas.openxmlformats.org/officeDocument/2006/relationships/customXml" Target="../ink/ink162.xml"/><Relationship Id="rId27" Type="http://schemas.openxmlformats.org/officeDocument/2006/relationships/customXml" Target="../ink/ink167.xml"/><Relationship Id="rId43" Type="http://schemas.openxmlformats.org/officeDocument/2006/relationships/customXml" Target="../ink/ink179.xml"/><Relationship Id="rId48" Type="http://schemas.openxmlformats.org/officeDocument/2006/relationships/image" Target="../media/image76.png"/><Relationship Id="rId64" Type="http://schemas.openxmlformats.org/officeDocument/2006/relationships/customXml" Target="../ink/ink194.xml"/><Relationship Id="rId69" Type="http://schemas.openxmlformats.org/officeDocument/2006/relationships/customXml" Target="../ink/ink198.xml"/><Relationship Id="rId80" Type="http://schemas.openxmlformats.org/officeDocument/2006/relationships/customXml" Target="../ink/ink208.xml"/><Relationship Id="rId85" Type="http://schemas.openxmlformats.org/officeDocument/2006/relationships/customXml" Target="../ink/ink211.xml"/><Relationship Id="rId12" Type="http://schemas.openxmlformats.org/officeDocument/2006/relationships/customXml" Target="../ink/ink157.xml"/><Relationship Id="rId17" Type="http://schemas.openxmlformats.org/officeDocument/2006/relationships/image" Target="../media/image73.png"/><Relationship Id="rId33" Type="http://schemas.openxmlformats.org/officeDocument/2006/relationships/customXml" Target="../ink/ink173.xml"/><Relationship Id="rId38" Type="http://schemas.openxmlformats.org/officeDocument/2006/relationships/customXml" Target="../ink/ink176.xml"/><Relationship Id="rId59" Type="http://schemas.openxmlformats.org/officeDocument/2006/relationships/image" Target="../media/image79.png"/><Relationship Id="rId103" Type="http://schemas.openxmlformats.org/officeDocument/2006/relationships/customXml" Target="../ink/ink225.xml"/><Relationship Id="rId20" Type="http://schemas.openxmlformats.org/officeDocument/2006/relationships/customXml" Target="../ink/ink161.xml"/><Relationship Id="rId41" Type="http://schemas.openxmlformats.org/officeDocument/2006/relationships/customXml" Target="../ink/ink178.xml"/><Relationship Id="rId54" Type="http://schemas.openxmlformats.org/officeDocument/2006/relationships/customXml" Target="../ink/ink188.xml"/><Relationship Id="rId62" Type="http://schemas.openxmlformats.org/officeDocument/2006/relationships/customXml" Target="../ink/ink193.xml"/><Relationship Id="rId70" Type="http://schemas.openxmlformats.org/officeDocument/2006/relationships/customXml" Target="../ink/ink199.xml"/><Relationship Id="rId75" Type="http://schemas.openxmlformats.org/officeDocument/2006/relationships/customXml" Target="../ink/ink204.xml"/><Relationship Id="rId83" Type="http://schemas.openxmlformats.org/officeDocument/2006/relationships/customXml" Target="../ink/ink210.xml"/><Relationship Id="rId88" Type="http://schemas.openxmlformats.org/officeDocument/2006/relationships/image" Target="../media/image85.png"/><Relationship Id="rId91" Type="http://schemas.openxmlformats.org/officeDocument/2006/relationships/customXml" Target="../ink/ink215.xml"/><Relationship Id="rId96" Type="http://schemas.openxmlformats.org/officeDocument/2006/relationships/customXml" Target="../ink/ink218.xml"/><Relationship Id="rId1" Type="http://schemas.openxmlformats.org/officeDocument/2006/relationships/slideLayout" Target="../slideLayouts/slideLayout6.xml"/><Relationship Id="rId6" Type="http://schemas.openxmlformats.org/officeDocument/2006/relationships/image" Target="../media/image72.png"/><Relationship Id="rId15" Type="http://schemas.openxmlformats.org/officeDocument/2006/relationships/image" Target="../media/image13.png"/><Relationship Id="rId23" Type="http://schemas.openxmlformats.org/officeDocument/2006/relationships/customXml" Target="../ink/ink163.xml"/><Relationship Id="rId28" Type="http://schemas.openxmlformats.org/officeDocument/2006/relationships/customXml" Target="../ink/ink168.xml"/><Relationship Id="rId36" Type="http://schemas.openxmlformats.org/officeDocument/2006/relationships/customXml" Target="../ink/ink175.xml"/><Relationship Id="rId49" Type="http://schemas.openxmlformats.org/officeDocument/2006/relationships/customXml" Target="../ink/ink184.xml"/><Relationship Id="rId57" Type="http://schemas.openxmlformats.org/officeDocument/2006/relationships/image" Target="../media/image78.png"/><Relationship Id="rId106" Type="http://schemas.openxmlformats.org/officeDocument/2006/relationships/customXml" Target="../ink/ink228.xml"/><Relationship Id="rId10" Type="http://schemas.openxmlformats.org/officeDocument/2006/relationships/image" Target="../media/image50.png"/><Relationship Id="rId31" Type="http://schemas.openxmlformats.org/officeDocument/2006/relationships/customXml" Target="../ink/ink171.xml"/><Relationship Id="rId44" Type="http://schemas.openxmlformats.org/officeDocument/2006/relationships/customXml" Target="../ink/ink180.xml"/><Relationship Id="rId52" Type="http://schemas.openxmlformats.org/officeDocument/2006/relationships/customXml" Target="../ink/ink186.xml"/><Relationship Id="rId60" Type="http://schemas.openxmlformats.org/officeDocument/2006/relationships/customXml" Target="../ink/ink191.xml"/><Relationship Id="rId65" Type="http://schemas.openxmlformats.org/officeDocument/2006/relationships/image" Target="../media/image81.png"/><Relationship Id="rId73" Type="http://schemas.openxmlformats.org/officeDocument/2006/relationships/customXml" Target="../ink/ink202.xml"/><Relationship Id="rId78" Type="http://schemas.openxmlformats.org/officeDocument/2006/relationships/image" Target="../media/image82.png"/><Relationship Id="rId81" Type="http://schemas.openxmlformats.org/officeDocument/2006/relationships/image" Target="../media/image83.png"/><Relationship Id="rId86" Type="http://schemas.openxmlformats.org/officeDocument/2006/relationships/customXml" Target="../ink/ink212.xml"/><Relationship Id="rId94" Type="http://schemas.openxmlformats.org/officeDocument/2006/relationships/customXml" Target="../ink/ink217.xml"/><Relationship Id="rId99" Type="http://schemas.openxmlformats.org/officeDocument/2006/relationships/customXml" Target="../ink/ink221.xml"/><Relationship Id="rId101" Type="http://schemas.openxmlformats.org/officeDocument/2006/relationships/customXml" Target="../ink/ink223.xml"/><Relationship Id="rId4" Type="http://schemas.openxmlformats.org/officeDocument/2006/relationships/image" Target="../media/image10.png"/><Relationship Id="rId9" Type="http://schemas.openxmlformats.org/officeDocument/2006/relationships/customXml" Target="../ink/ink155.xml"/><Relationship Id="rId13" Type="http://schemas.openxmlformats.org/officeDocument/2006/relationships/image" Target="../media/image23.png"/><Relationship Id="rId18" Type="http://schemas.openxmlformats.org/officeDocument/2006/relationships/customXml" Target="../ink/ink160.xml"/><Relationship Id="rId39" Type="http://schemas.openxmlformats.org/officeDocument/2006/relationships/image" Target="../media/image30.png"/><Relationship Id="rId34" Type="http://schemas.openxmlformats.org/officeDocument/2006/relationships/customXml" Target="../ink/ink174.xml"/><Relationship Id="rId50" Type="http://schemas.openxmlformats.org/officeDocument/2006/relationships/image" Target="../media/image17.png"/><Relationship Id="rId55" Type="http://schemas.openxmlformats.org/officeDocument/2006/relationships/image" Target="../media/image77.png"/><Relationship Id="rId76" Type="http://schemas.openxmlformats.org/officeDocument/2006/relationships/customXml" Target="../ink/ink205.xml"/><Relationship Id="rId97" Type="http://schemas.openxmlformats.org/officeDocument/2006/relationships/customXml" Target="../ink/ink219.xml"/><Relationship Id="rId104" Type="http://schemas.openxmlformats.org/officeDocument/2006/relationships/customXml" Target="../ink/ink226.xml"/><Relationship Id="rId7" Type="http://schemas.openxmlformats.org/officeDocument/2006/relationships/customXml" Target="../ink/ink154.xml"/><Relationship Id="rId71" Type="http://schemas.openxmlformats.org/officeDocument/2006/relationships/customXml" Target="../ink/ink200.xml"/><Relationship Id="rId92" Type="http://schemas.openxmlformats.org/officeDocument/2006/relationships/customXml" Target="../ink/ink216.xml"/><Relationship Id="rId2" Type="http://schemas.openxmlformats.org/officeDocument/2006/relationships/notesSlide" Target="../notesSlides/notesSlide4.xml"/><Relationship Id="rId29" Type="http://schemas.openxmlformats.org/officeDocument/2006/relationships/customXml" Target="../ink/ink169.xml"/><Relationship Id="rId24" Type="http://schemas.openxmlformats.org/officeDocument/2006/relationships/customXml" Target="../ink/ink164.xml"/><Relationship Id="rId40" Type="http://schemas.openxmlformats.org/officeDocument/2006/relationships/customXml" Target="../ink/ink177.xml"/><Relationship Id="rId45" Type="http://schemas.openxmlformats.org/officeDocument/2006/relationships/customXml" Target="../ink/ink181.xml"/><Relationship Id="rId66" Type="http://schemas.openxmlformats.org/officeDocument/2006/relationships/customXml" Target="../ink/ink195.xml"/><Relationship Id="rId87" Type="http://schemas.openxmlformats.org/officeDocument/2006/relationships/customXml" Target="../ink/ink213.xml"/><Relationship Id="rId61" Type="http://schemas.openxmlformats.org/officeDocument/2006/relationships/customXml" Target="../ink/ink192.xml"/><Relationship Id="rId82" Type="http://schemas.openxmlformats.org/officeDocument/2006/relationships/customXml" Target="../ink/ink209.xml"/><Relationship Id="rId19" Type="http://schemas.openxmlformats.org/officeDocument/2006/relationships/image" Target="../media/image16.png"/><Relationship Id="rId14" Type="http://schemas.openxmlformats.org/officeDocument/2006/relationships/customXml" Target="../ink/ink158.xml"/><Relationship Id="rId30" Type="http://schemas.openxmlformats.org/officeDocument/2006/relationships/customXml" Target="../ink/ink170.xml"/><Relationship Id="rId35" Type="http://schemas.openxmlformats.org/officeDocument/2006/relationships/image" Target="../media/image19.png"/><Relationship Id="rId56" Type="http://schemas.openxmlformats.org/officeDocument/2006/relationships/customXml" Target="../ink/ink189.xml"/><Relationship Id="rId77" Type="http://schemas.openxmlformats.org/officeDocument/2006/relationships/customXml" Target="../ink/ink206.xml"/><Relationship Id="rId100" Type="http://schemas.openxmlformats.org/officeDocument/2006/relationships/customXml" Target="../ink/ink222.xml"/><Relationship Id="rId105" Type="http://schemas.openxmlformats.org/officeDocument/2006/relationships/customXml" Target="../ink/ink227.xml"/><Relationship Id="rId8" Type="http://schemas.openxmlformats.org/officeDocument/2006/relationships/image" Target="../media/image18.png"/><Relationship Id="rId51" Type="http://schemas.openxmlformats.org/officeDocument/2006/relationships/customXml" Target="../ink/ink185.xml"/><Relationship Id="rId72" Type="http://schemas.openxmlformats.org/officeDocument/2006/relationships/customXml" Target="../ink/ink201.xml"/><Relationship Id="rId93" Type="http://schemas.openxmlformats.org/officeDocument/2006/relationships/image" Target="../media/image47.png"/><Relationship Id="rId98" Type="http://schemas.openxmlformats.org/officeDocument/2006/relationships/customXml" Target="../ink/ink220.xml"/><Relationship Id="rId3" Type="http://schemas.openxmlformats.org/officeDocument/2006/relationships/customXml" Target="../ink/ink152.xml"/><Relationship Id="rId25" Type="http://schemas.openxmlformats.org/officeDocument/2006/relationships/customXml" Target="../ink/ink165.xml"/><Relationship Id="rId46" Type="http://schemas.openxmlformats.org/officeDocument/2006/relationships/customXml" Target="../ink/ink182.xml"/><Relationship Id="rId67" Type="http://schemas.openxmlformats.org/officeDocument/2006/relationships/customXml" Target="../ink/ink196.xml"/></Relationships>
</file>

<file path=ppt/slides/_rels/slide6.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89.png"/></Relationships>
</file>

<file path=ppt/slides/_rels/slide7.xml.rels><?xml version="1.0" encoding="UTF-8" standalone="yes"?>
<Relationships xmlns="http://schemas.openxmlformats.org/package/2006/relationships"><Relationship Id="rId26" Type="http://schemas.openxmlformats.org/officeDocument/2006/relationships/image" Target="../media/image14.png"/><Relationship Id="rId21" Type="http://schemas.openxmlformats.org/officeDocument/2006/relationships/customXml" Target="../ink/ink240.xml"/><Relationship Id="rId42" Type="http://schemas.openxmlformats.org/officeDocument/2006/relationships/image" Target="../media/image11.png"/><Relationship Id="rId47" Type="http://schemas.openxmlformats.org/officeDocument/2006/relationships/customXml" Target="../ink/ink259.xml"/><Relationship Id="rId63" Type="http://schemas.openxmlformats.org/officeDocument/2006/relationships/customXml" Target="../ink/ink271.xml"/><Relationship Id="rId68" Type="http://schemas.openxmlformats.org/officeDocument/2006/relationships/customXml" Target="../ink/ink274.xml"/><Relationship Id="rId84" Type="http://schemas.openxmlformats.org/officeDocument/2006/relationships/image" Target="../media/image101.png"/><Relationship Id="rId89" Type="http://schemas.openxmlformats.org/officeDocument/2006/relationships/customXml" Target="../ink/ink289.xml"/><Relationship Id="rId16" Type="http://schemas.openxmlformats.org/officeDocument/2006/relationships/image" Target="../media/image92.png"/><Relationship Id="rId107" Type="http://schemas.openxmlformats.org/officeDocument/2006/relationships/customXml" Target="../ink/ink302.xml"/><Relationship Id="rId11" Type="http://schemas.openxmlformats.org/officeDocument/2006/relationships/customXml" Target="../ink/ink234.xml"/><Relationship Id="rId32" Type="http://schemas.openxmlformats.org/officeDocument/2006/relationships/customXml" Target="../ink/ink249.xml"/><Relationship Id="rId37" Type="http://schemas.openxmlformats.org/officeDocument/2006/relationships/customXml" Target="../ink/ink253.xml"/><Relationship Id="rId53" Type="http://schemas.openxmlformats.org/officeDocument/2006/relationships/customXml" Target="../ink/ink263.xml"/><Relationship Id="rId58" Type="http://schemas.openxmlformats.org/officeDocument/2006/relationships/customXml" Target="../ink/ink268.xml"/><Relationship Id="rId74" Type="http://schemas.openxmlformats.org/officeDocument/2006/relationships/customXml" Target="../ink/ink278.xml"/><Relationship Id="rId79" Type="http://schemas.openxmlformats.org/officeDocument/2006/relationships/customXml" Target="../ink/ink282.xml"/><Relationship Id="rId102" Type="http://schemas.openxmlformats.org/officeDocument/2006/relationships/customXml" Target="../ink/ink299.xml"/><Relationship Id="rId5" Type="http://schemas.openxmlformats.org/officeDocument/2006/relationships/image" Target="../media/image10.png"/><Relationship Id="rId90" Type="http://schemas.openxmlformats.org/officeDocument/2006/relationships/customXml" Target="../ink/ink290.xml"/><Relationship Id="rId95" Type="http://schemas.openxmlformats.org/officeDocument/2006/relationships/customXml" Target="../ink/ink294.xml"/><Relationship Id="rId22" Type="http://schemas.openxmlformats.org/officeDocument/2006/relationships/image" Target="../media/image13.png"/><Relationship Id="rId27" Type="http://schemas.openxmlformats.org/officeDocument/2006/relationships/customXml" Target="../ink/ink244.xml"/><Relationship Id="rId43" Type="http://schemas.openxmlformats.org/officeDocument/2006/relationships/customXml" Target="../ink/ink257.xml"/><Relationship Id="rId48" Type="http://schemas.openxmlformats.org/officeDocument/2006/relationships/image" Target="../media/image94.png"/><Relationship Id="rId64" Type="http://schemas.openxmlformats.org/officeDocument/2006/relationships/customXml" Target="../ink/ink272.xml"/><Relationship Id="rId69" Type="http://schemas.openxmlformats.org/officeDocument/2006/relationships/image" Target="../media/image97.png"/><Relationship Id="rId80" Type="http://schemas.openxmlformats.org/officeDocument/2006/relationships/image" Target="../media/image99.png"/><Relationship Id="rId85" Type="http://schemas.openxmlformats.org/officeDocument/2006/relationships/customXml" Target="../ink/ink285.xml"/><Relationship Id="rId12" Type="http://schemas.openxmlformats.org/officeDocument/2006/relationships/image" Target="../media/image91.png"/><Relationship Id="rId17" Type="http://schemas.openxmlformats.org/officeDocument/2006/relationships/customXml" Target="../ink/ink238.xml"/><Relationship Id="rId33" Type="http://schemas.openxmlformats.org/officeDocument/2006/relationships/customXml" Target="../ink/ink250.xml"/><Relationship Id="rId38" Type="http://schemas.openxmlformats.org/officeDocument/2006/relationships/customXml" Target="../ink/ink254.xml"/><Relationship Id="rId59" Type="http://schemas.openxmlformats.org/officeDocument/2006/relationships/customXml" Target="../ink/ink269.xml"/><Relationship Id="rId103" Type="http://schemas.openxmlformats.org/officeDocument/2006/relationships/image" Target="../media/image105.png"/><Relationship Id="rId108" Type="http://schemas.openxmlformats.org/officeDocument/2006/relationships/customXml" Target="../ink/ink303.xml"/><Relationship Id="rId54" Type="http://schemas.openxmlformats.org/officeDocument/2006/relationships/customXml" Target="../ink/ink264.xml"/><Relationship Id="rId70" Type="http://schemas.openxmlformats.org/officeDocument/2006/relationships/customXml" Target="../ink/ink275.xml"/><Relationship Id="rId75" Type="http://schemas.openxmlformats.org/officeDocument/2006/relationships/customXml" Target="../ink/ink279.xml"/><Relationship Id="rId91" Type="http://schemas.openxmlformats.org/officeDocument/2006/relationships/customXml" Target="../ink/ink291.xml"/><Relationship Id="rId96" Type="http://schemas.openxmlformats.org/officeDocument/2006/relationships/image" Target="../media/image103.png"/><Relationship Id="rId1" Type="http://schemas.openxmlformats.org/officeDocument/2006/relationships/slideLayout" Target="../slideLayouts/slideLayout8.xml"/><Relationship Id="rId6" Type="http://schemas.openxmlformats.org/officeDocument/2006/relationships/customXml" Target="../ink/ink231.xml"/><Relationship Id="rId15" Type="http://schemas.openxmlformats.org/officeDocument/2006/relationships/customXml" Target="../ink/ink237.xml"/><Relationship Id="rId23" Type="http://schemas.openxmlformats.org/officeDocument/2006/relationships/customXml" Target="../ink/ink241.xml"/><Relationship Id="rId28" Type="http://schemas.openxmlformats.org/officeDocument/2006/relationships/customXml" Target="../ink/ink245.xml"/><Relationship Id="rId36" Type="http://schemas.openxmlformats.org/officeDocument/2006/relationships/customXml" Target="../ink/ink252.xml"/><Relationship Id="rId49" Type="http://schemas.openxmlformats.org/officeDocument/2006/relationships/customXml" Target="../ink/ink260.xml"/><Relationship Id="rId57" Type="http://schemas.openxmlformats.org/officeDocument/2006/relationships/customXml" Target="../ink/ink267.xml"/><Relationship Id="rId106" Type="http://schemas.openxmlformats.org/officeDocument/2006/relationships/image" Target="../media/image106.png"/><Relationship Id="rId10" Type="http://schemas.openxmlformats.org/officeDocument/2006/relationships/image" Target="../media/image16.png"/><Relationship Id="rId31" Type="http://schemas.openxmlformats.org/officeDocument/2006/relationships/customXml" Target="../ink/ink248.xml"/><Relationship Id="rId44" Type="http://schemas.openxmlformats.org/officeDocument/2006/relationships/image" Target="../media/image76.png"/><Relationship Id="rId52" Type="http://schemas.openxmlformats.org/officeDocument/2006/relationships/image" Target="../media/image19.png"/><Relationship Id="rId60" Type="http://schemas.openxmlformats.org/officeDocument/2006/relationships/image" Target="../media/image72.png"/><Relationship Id="rId65" Type="http://schemas.openxmlformats.org/officeDocument/2006/relationships/image" Target="../media/image95.png"/><Relationship Id="rId73" Type="http://schemas.openxmlformats.org/officeDocument/2006/relationships/customXml" Target="../ink/ink277.xml"/><Relationship Id="rId78" Type="http://schemas.openxmlformats.org/officeDocument/2006/relationships/image" Target="../media/image47.png"/><Relationship Id="rId81" Type="http://schemas.openxmlformats.org/officeDocument/2006/relationships/customXml" Target="../ink/ink283.xml"/><Relationship Id="rId86" Type="http://schemas.openxmlformats.org/officeDocument/2006/relationships/customXml" Target="../ink/ink286.xml"/><Relationship Id="rId94" Type="http://schemas.openxmlformats.org/officeDocument/2006/relationships/customXml" Target="../ink/ink293.xml"/><Relationship Id="rId99" Type="http://schemas.openxmlformats.org/officeDocument/2006/relationships/customXml" Target="../ink/ink297.xml"/><Relationship Id="rId101" Type="http://schemas.openxmlformats.org/officeDocument/2006/relationships/image" Target="../media/image104.png"/><Relationship Id="rId4" Type="http://schemas.openxmlformats.org/officeDocument/2006/relationships/customXml" Target="../ink/ink230.xml"/><Relationship Id="rId9" Type="http://schemas.openxmlformats.org/officeDocument/2006/relationships/customXml" Target="../ink/ink233.xml"/><Relationship Id="rId13" Type="http://schemas.openxmlformats.org/officeDocument/2006/relationships/customXml" Target="../ink/ink235.xml"/><Relationship Id="rId18" Type="http://schemas.openxmlformats.org/officeDocument/2006/relationships/image" Target="../media/image18.png"/><Relationship Id="rId39" Type="http://schemas.openxmlformats.org/officeDocument/2006/relationships/image" Target="../media/image93.png"/><Relationship Id="rId109" Type="http://schemas.openxmlformats.org/officeDocument/2006/relationships/image" Target="../media/image107.png"/><Relationship Id="rId34" Type="http://schemas.openxmlformats.org/officeDocument/2006/relationships/customXml" Target="../ink/ink251.xml"/><Relationship Id="rId50" Type="http://schemas.openxmlformats.org/officeDocument/2006/relationships/customXml" Target="../ink/ink261.xml"/><Relationship Id="rId55" Type="http://schemas.openxmlformats.org/officeDocument/2006/relationships/customXml" Target="../ink/ink265.xml"/><Relationship Id="rId76" Type="http://schemas.openxmlformats.org/officeDocument/2006/relationships/customXml" Target="../ink/ink280.xml"/><Relationship Id="rId97" Type="http://schemas.openxmlformats.org/officeDocument/2006/relationships/customXml" Target="../ink/ink295.xml"/><Relationship Id="rId104" Type="http://schemas.openxmlformats.org/officeDocument/2006/relationships/customXml" Target="../ink/ink300.xml"/><Relationship Id="rId7" Type="http://schemas.openxmlformats.org/officeDocument/2006/relationships/customXml" Target="../ink/ink232.xml"/><Relationship Id="rId71" Type="http://schemas.openxmlformats.org/officeDocument/2006/relationships/image" Target="../media/image98.png"/><Relationship Id="rId92" Type="http://schemas.openxmlformats.org/officeDocument/2006/relationships/image" Target="../media/image102.png"/><Relationship Id="rId2" Type="http://schemas.openxmlformats.org/officeDocument/2006/relationships/notesSlide" Target="../notesSlides/notesSlide6.xml"/><Relationship Id="rId29" Type="http://schemas.openxmlformats.org/officeDocument/2006/relationships/customXml" Target="../ink/ink246.xml"/><Relationship Id="rId24" Type="http://schemas.openxmlformats.org/officeDocument/2006/relationships/customXml" Target="../ink/ink242.xml"/><Relationship Id="rId40" Type="http://schemas.openxmlformats.org/officeDocument/2006/relationships/customXml" Target="../ink/ink255.xml"/><Relationship Id="rId45" Type="http://schemas.openxmlformats.org/officeDocument/2006/relationships/customXml" Target="../ink/ink258.xml"/><Relationship Id="rId66" Type="http://schemas.openxmlformats.org/officeDocument/2006/relationships/customXml" Target="../ink/ink273.xml"/><Relationship Id="rId87" Type="http://schemas.openxmlformats.org/officeDocument/2006/relationships/customXml" Target="../ink/ink287.xml"/><Relationship Id="rId110" Type="http://schemas.openxmlformats.org/officeDocument/2006/relationships/customXml" Target="../ink/ink304.xml"/><Relationship Id="rId61" Type="http://schemas.openxmlformats.org/officeDocument/2006/relationships/customXml" Target="../ink/ink270.xml"/><Relationship Id="rId82" Type="http://schemas.openxmlformats.org/officeDocument/2006/relationships/image" Target="../media/image100.png"/><Relationship Id="rId19" Type="http://schemas.openxmlformats.org/officeDocument/2006/relationships/customXml" Target="../ink/ink239.xml"/><Relationship Id="rId14" Type="http://schemas.openxmlformats.org/officeDocument/2006/relationships/customXml" Target="../ink/ink236.xml"/><Relationship Id="rId30" Type="http://schemas.openxmlformats.org/officeDocument/2006/relationships/customXml" Target="../ink/ink247.xml"/><Relationship Id="rId35" Type="http://schemas.openxmlformats.org/officeDocument/2006/relationships/image" Target="../media/image30.png"/><Relationship Id="rId56" Type="http://schemas.openxmlformats.org/officeDocument/2006/relationships/customXml" Target="../ink/ink266.xml"/><Relationship Id="rId77" Type="http://schemas.openxmlformats.org/officeDocument/2006/relationships/customXml" Target="../ink/ink281.xml"/><Relationship Id="rId100" Type="http://schemas.openxmlformats.org/officeDocument/2006/relationships/customXml" Target="../ink/ink298.xml"/><Relationship Id="rId105" Type="http://schemas.openxmlformats.org/officeDocument/2006/relationships/customXml" Target="../ink/ink301.xml"/><Relationship Id="rId8" Type="http://schemas.openxmlformats.org/officeDocument/2006/relationships/image" Target="../media/image33.png"/><Relationship Id="rId51" Type="http://schemas.openxmlformats.org/officeDocument/2006/relationships/customXml" Target="../ink/ink262.xml"/><Relationship Id="rId72" Type="http://schemas.openxmlformats.org/officeDocument/2006/relationships/customXml" Target="../ink/ink276.xml"/><Relationship Id="rId93" Type="http://schemas.openxmlformats.org/officeDocument/2006/relationships/customXml" Target="../ink/ink292.xml"/><Relationship Id="rId98" Type="http://schemas.openxmlformats.org/officeDocument/2006/relationships/customXml" Target="../ink/ink296.xml"/><Relationship Id="rId3" Type="http://schemas.openxmlformats.org/officeDocument/2006/relationships/image" Target="../media/image90.png"/><Relationship Id="rId25" Type="http://schemas.openxmlformats.org/officeDocument/2006/relationships/customXml" Target="../ink/ink243.xml"/><Relationship Id="rId46" Type="http://schemas.openxmlformats.org/officeDocument/2006/relationships/image" Target="../media/image70.png"/><Relationship Id="rId67" Type="http://schemas.openxmlformats.org/officeDocument/2006/relationships/image" Target="../media/image96.png"/><Relationship Id="rId20" Type="http://schemas.openxmlformats.org/officeDocument/2006/relationships/image" Target="../media/image23.png"/><Relationship Id="rId41" Type="http://schemas.openxmlformats.org/officeDocument/2006/relationships/customXml" Target="../ink/ink256.xml"/><Relationship Id="rId62" Type="http://schemas.openxmlformats.org/officeDocument/2006/relationships/image" Target="../media/image26.png"/><Relationship Id="rId83" Type="http://schemas.openxmlformats.org/officeDocument/2006/relationships/customXml" Target="../ink/ink284.xml"/><Relationship Id="rId88" Type="http://schemas.openxmlformats.org/officeDocument/2006/relationships/customXml" Target="../ink/ink288.xml"/><Relationship Id="rId111" Type="http://schemas.openxmlformats.org/officeDocument/2006/relationships/customXml" Target="../ink/ink305.xml"/></Relationships>
</file>

<file path=ppt/slides/_rels/slide8.xml.rels><?xml version="1.0" encoding="UTF-8" standalone="yes"?>
<Relationships xmlns="http://schemas.openxmlformats.org/package/2006/relationships"><Relationship Id="rId26" Type="http://schemas.openxmlformats.org/officeDocument/2006/relationships/customXml" Target="../ink/ink316.xml"/><Relationship Id="rId21" Type="http://schemas.openxmlformats.org/officeDocument/2006/relationships/customXml" Target="../ink/ink313.xml"/><Relationship Id="rId42" Type="http://schemas.openxmlformats.org/officeDocument/2006/relationships/image" Target="../media/image30.png"/><Relationship Id="rId47" Type="http://schemas.openxmlformats.org/officeDocument/2006/relationships/customXml" Target="../ink/ink329.xml"/><Relationship Id="rId63" Type="http://schemas.openxmlformats.org/officeDocument/2006/relationships/customXml" Target="../ink/ink339.xml"/><Relationship Id="rId68" Type="http://schemas.openxmlformats.org/officeDocument/2006/relationships/customXml" Target="../ink/ink342.xml"/><Relationship Id="rId16" Type="http://schemas.openxmlformats.org/officeDocument/2006/relationships/image" Target="../media/image114.png"/><Relationship Id="rId11" Type="http://schemas.openxmlformats.org/officeDocument/2006/relationships/customXml" Target="../ink/ink308.xml"/><Relationship Id="rId32" Type="http://schemas.openxmlformats.org/officeDocument/2006/relationships/customXml" Target="../ink/ink320.xml"/><Relationship Id="rId37" Type="http://schemas.openxmlformats.org/officeDocument/2006/relationships/image" Target="../media/image118.png"/><Relationship Id="rId53" Type="http://schemas.openxmlformats.org/officeDocument/2006/relationships/image" Target="../media/image122.png"/><Relationship Id="rId58" Type="http://schemas.openxmlformats.org/officeDocument/2006/relationships/image" Target="../media/image124.png"/><Relationship Id="rId74" Type="http://schemas.openxmlformats.org/officeDocument/2006/relationships/customXml" Target="../ink/ink346.xml"/><Relationship Id="rId79" Type="http://schemas.openxmlformats.org/officeDocument/2006/relationships/image" Target="../media/image131.png"/><Relationship Id="rId5" Type="http://schemas.openxmlformats.org/officeDocument/2006/relationships/image" Target="../media/image110.png"/><Relationship Id="rId61" Type="http://schemas.openxmlformats.org/officeDocument/2006/relationships/customXml" Target="../ink/ink338.xml"/><Relationship Id="rId19" Type="http://schemas.openxmlformats.org/officeDocument/2006/relationships/customXml" Target="../ink/ink312.xml"/><Relationship Id="rId14" Type="http://schemas.openxmlformats.org/officeDocument/2006/relationships/image" Target="../media/image47.png"/><Relationship Id="rId22" Type="http://schemas.openxmlformats.org/officeDocument/2006/relationships/image" Target="../media/image18.png"/><Relationship Id="rId27" Type="http://schemas.openxmlformats.org/officeDocument/2006/relationships/image" Target="../media/image16.png"/><Relationship Id="rId30" Type="http://schemas.openxmlformats.org/officeDocument/2006/relationships/customXml" Target="../ink/ink319.xml"/><Relationship Id="rId35" Type="http://schemas.openxmlformats.org/officeDocument/2006/relationships/image" Target="../media/image117.png"/><Relationship Id="rId43" Type="http://schemas.openxmlformats.org/officeDocument/2006/relationships/customXml" Target="../ink/ink326.xml"/><Relationship Id="rId48" Type="http://schemas.openxmlformats.org/officeDocument/2006/relationships/customXml" Target="../ink/ink330.xml"/><Relationship Id="rId56" Type="http://schemas.openxmlformats.org/officeDocument/2006/relationships/customXml" Target="../ink/ink335.xml"/><Relationship Id="rId64" Type="http://schemas.openxmlformats.org/officeDocument/2006/relationships/customXml" Target="../ink/ink340.xml"/><Relationship Id="rId69" Type="http://schemas.openxmlformats.org/officeDocument/2006/relationships/customXml" Target="../ink/ink343.xml"/><Relationship Id="rId77" Type="http://schemas.openxmlformats.org/officeDocument/2006/relationships/customXml" Target="../ink/ink348.xml"/><Relationship Id="rId8" Type="http://schemas.openxmlformats.org/officeDocument/2006/relationships/image" Target="../media/image112.png"/><Relationship Id="rId51" Type="http://schemas.openxmlformats.org/officeDocument/2006/relationships/customXml" Target="../ink/ink332.xml"/><Relationship Id="rId72" Type="http://schemas.openxmlformats.org/officeDocument/2006/relationships/image" Target="../media/image129.png"/><Relationship Id="rId80" Type="http://schemas.openxmlformats.org/officeDocument/2006/relationships/customXml" Target="../ink/ink350.xml"/><Relationship Id="rId3" Type="http://schemas.openxmlformats.org/officeDocument/2006/relationships/image" Target="../media/image108.png"/><Relationship Id="rId12" Type="http://schemas.openxmlformats.org/officeDocument/2006/relationships/image" Target="../media/image10.png"/><Relationship Id="rId17" Type="http://schemas.openxmlformats.org/officeDocument/2006/relationships/customXml" Target="../ink/ink311.xml"/><Relationship Id="rId25" Type="http://schemas.openxmlformats.org/officeDocument/2006/relationships/customXml" Target="../ink/ink315.xml"/><Relationship Id="rId33" Type="http://schemas.openxmlformats.org/officeDocument/2006/relationships/image" Target="../media/image116.png"/><Relationship Id="rId38" Type="http://schemas.openxmlformats.org/officeDocument/2006/relationships/customXml" Target="../ink/ink323.xml"/><Relationship Id="rId46" Type="http://schemas.openxmlformats.org/officeDocument/2006/relationships/customXml" Target="../ink/ink328.xml"/><Relationship Id="rId59" Type="http://schemas.openxmlformats.org/officeDocument/2006/relationships/customXml" Target="../ink/ink337.xml"/><Relationship Id="rId67" Type="http://schemas.openxmlformats.org/officeDocument/2006/relationships/image" Target="../media/image127.png"/><Relationship Id="rId20" Type="http://schemas.openxmlformats.org/officeDocument/2006/relationships/image" Target="../media/image72.png"/><Relationship Id="rId41" Type="http://schemas.openxmlformats.org/officeDocument/2006/relationships/customXml" Target="../ink/ink325.xml"/><Relationship Id="rId54" Type="http://schemas.openxmlformats.org/officeDocument/2006/relationships/customXml" Target="../ink/ink334.xml"/><Relationship Id="rId62" Type="http://schemas.openxmlformats.org/officeDocument/2006/relationships/image" Target="../media/image11.png"/><Relationship Id="rId70" Type="http://schemas.openxmlformats.org/officeDocument/2006/relationships/image" Target="../media/image128.png"/><Relationship Id="rId75" Type="http://schemas.openxmlformats.org/officeDocument/2006/relationships/customXml" Target="../ink/ink347.xml"/><Relationship Id="rId1" Type="http://schemas.openxmlformats.org/officeDocument/2006/relationships/slideLayout" Target="../slideLayouts/slideLayout9.xml"/><Relationship Id="rId6" Type="http://schemas.openxmlformats.org/officeDocument/2006/relationships/image" Target="../media/image111.png"/><Relationship Id="rId15" Type="http://schemas.openxmlformats.org/officeDocument/2006/relationships/customXml" Target="../ink/ink310.xml"/><Relationship Id="rId23" Type="http://schemas.openxmlformats.org/officeDocument/2006/relationships/customXml" Target="../ink/ink314.xml"/><Relationship Id="rId28" Type="http://schemas.openxmlformats.org/officeDocument/2006/relationships/customXml" Target="../ink/ink317.xml"/><Relationship Id="rId36" Type="http://schemas.openxmlformats.org/officeDocument/2006/relationships/customXml" Target="../ink/ink322.xml"/><Relationship Id="rId49" Type="http://schemas.openxmlformats.org/officeDocument/2006/relationships/image" Target="../media/image121.png"/><Relationship Id="rId57" Type="http://schemas.openxmlformats.org/officeDocument/2006/relationships/customXml" Target="../ink/ink336.xml"/><Relationship Id="rId10" Type="http://schemas.openxmlformats.org/officeDocument/2006/relationships/image" Target="../media/image113.png"/><Relationship Id="rId31" Type="http://schemas.openxmlformats.org/officeDocument/2006/relationships/image" Target="../media/image115.png"/><Relationship Id="rId44" Type="http://schemas.openxmlformats.org/officeDocument/2006/relationships/customXml" Target="../ink/ink327.xml"/><Relationship Id="rId52" Type="http://schemas.openxmlformats.org/officeDocument/2006/relationships/customXml" Target="../ink/ink333.xml"/><Relationship Id="rId60" Type="http://schemas.openxmlformats.org/officeDocument/2006/relationships/image" Target="../media/image125.png"/><Relationship Id="rId65" Type="http://schemas.openxmlformats.org/officeDocument/2006/relationships/image" Target="../media/image126.png"/><Relationship Id="rId73" Type="http://schemas.openxmlformats.org/officeDocument/2006/relationships/customXml" Target="../ink/ink345.xml"/><Relationship Id="rId78" Type="http://schemas.openxmlformats.org/officeDocument/2006/relationships/customXml" Target="../ink/ink349.xml"/><Relationship Id="rId81" Type="http://schemas.openxmlformats.org/officeDocument/2006/relationships/customXml" Target="../ink/ink351.xml"/><Relationship Id="rId4" Type="http://schemas.openxmlformats.org/officeDocument/2006/relationships/image" Target="../media/image109.png"/><Relationship Id="rId9" Type="http://schemas.openxmlformats.org/officeDocument/2006/relationships/customXml" Target="../ink/ink307.xml"/><Relationship Id="rId13" Type="http://schemas.openxmlformats.org/officeDocument/2006/relationships/customXml" Target="../ink/ink309.xml"/><Relationship Id="rId18" Type="http://schemas.openxmlformats.org/officeDocument/2006/relationships/image" Target="../media/image19.png"/><Relationship Id="rId39" Type="http://schemas.openxmlformats.org/officeDocument/2006/relationships/image" Target="../media/image119.png"/><Relationship Id="rId34" Type="http://schemas.openxmlformats.org/officeDocument/2006/relationships/customXml" Target="../ink/ink321.xml"/><Relationship Id="rId50" Type="http://schemas.openxmlformats.org/officeDocument/2006/relationships/customXml" Target="../ink/ink331.xml"/><Relationship Id="rId55" Type="http://schemas.openxmlformats.org/officeDocument/2006/relationships/image" Target="../media/image123.png"/><Relationship Id="rId76" Type="http://schemas.openxmlformats.org/officeDocument/2006/relationships/image" Target="../media/image130.png"/><Relationship Id="rId7" Type="http://schemas.openxmlformats.org/officeDocument/2006/relationships/customXml" Target="../ink/ink306.xml"/><Relationship Id="rId71" Type="http://schemas.openxmlformats.org/officeDocument/2006/relationships/customXml" Target="../ink/ink344.xml"/><Relationship Id="rId2" Type="http://schemas.openxmlformats.org/officeDocument/2006/relationships/notesSlide" Target="../notesSlides/notesSlide7.xml"/><Relationship Id="rId29" Type="http://schemas.openxmlformats.org/officeDocument/2006/relationships/customXml" Target="../ink/ink318.xml"/><Relationship Id="rId24" Type="http://schemas.openxmlformats.org/officeDocument/2006/relationships/image" Target="../media/image50.png"/><Relationship Id="rId40" Type="http://schemas.openxmlformats.org/officeDocument/2006/relationships/customXml" Target="../ink/ink324.xml"/><Relationship Id="rId45" Type="http://schemas.openxmlformats.org/officeDocument/2006/relationships/image" Target="../media/image120.png"/><Relationship Id="rId66" Type="http://schemas.openxmlformats.org/officeDocument/2006/relationships/customXml" Target="../ink/ink341.xml"/></Relationships>
</file>

<file path=ppt/slides/_rels/slide9.xml.rels><?xml version="1.0" encoding="UTF-8" standalone="yes"?>
<Relationships xmlns="http://schemas.openxmlformats.org/package/2006/relationships"><Relationship Id="rId26" Type="http://schemas.openxmlformats.org/officeDocument/2006/relationships/customXml" Target="../ink/ink365.xml"/><Relationship Id="rId21" Type="http://schemas.openxmlformats.org/officeDocument/2006/relationships/customXml" Target="../ink/ink362.xml"/><Relationship Id="rId42" Type="http://schemas.openxmlformats.org/officeDocument/2006/relationships/image" Target="../media/image142.png"/><Relationship Id="rId47" Type="http://schemas.openxmlformats.org/officeDocument/2006/relationships/customXml" Target="../ink/ink378.xml"/><Relationship Id="rId63" Type="http://schemas.openxmlformats.org/officeDocument/2006/relationships/image" Target="../media/image149.png"/><Relationship Id="rId68" Type="http://schemas.openxmlformats.org/officeDocument/2006/relationships/customXml" Target="../ink/ink391.xml"/><Relationship Id="rId84" Type="http://schemas.openxmlformats.org/officeDocument/2006/relationships/customXml" Target="../ink/ink401.xml"/><Relationship Id="rId89" Type="http://schemas.openxmlformats.org/officeDocument/2006/relationships/customXml" Target="../ink/ink404.xml"/><Relationship Id="rId16" Type="http://schemas.openxmlformats.org/officeDocument/2006/relationships/customXml" Target="../ink/ink359.xml"/><Relationship Id="rId11" Type="http://schemas.openxmlformats.org/officeDocument/2006/relationships/customXml" Target="../ink/ink356.xml"/><Relationship Id="rId32" Type="http://schemas.openxmlformats.org/officeDocument/2006/relationships/image" Target="../media/image117.png"/><Relationship Id="rId37" Type="http://schemas.openxmlformats.org/officeDocument/2006/relationships/customXml" Target="../ink/ink371.xml"/><Relationship Id="rId53" Type="http://schemas.openxmlformats.org/officeDocument/2006/relationships/image" Target="../media/image146.png"/><Relationship Id="rId58" Type="http://schemas.openxmlformats.org/officeDocument/2006/relationships/customXml" Target="../ink/ink385.xml"/><Relationship Id="rId74" Type="http://schemas.openxmlformats.org/officeDocument/2006/relationships/customXml" Target="../ink/ink394.xml"/><Relationship Id="rId79" Type="http://schemas.openxmlformats.org/officeDocument/2006/relationships/customXml" Target="../ink/ink398.xml"/><Relationship Id="rId5" Type="http://schemas.openxmlformats.org/officeDocument/2006/relationships/customXml" Target="../ink/ink353.xml"/><Relationship Id="rId90" Type="http://schemas.openxmlformats.org/officeDocument/2006/relationships/customXml" Target="../ink/ink405.xml"/><Relationship Id="rId22" Type="http://schemas.openxmlformats.org/officeDocument/2006/relationships/image" Target="../media/image137.png"/><Relationship Id="rId27" Type="http://schemas.openxmlformats.org/officeDocument/2006/relationships/image" Target="../media/image138.png"/><Relationship Id="rId43" Type="http://schemas.openxmlformats.org/officeDocument/2006/relationships/customXml" Target="../ink/ink375.xml"/><Relationship Id="rId48" Type="http://schemas.openxmlformats.org/officeDocument/2006/relationships/image" Target="../media/image144.png"/><Relationship Id="rId64" Type="http://schemas.openxmlformats.org/officeDocument/2006/relationships/customXml" Target="../ink/ink388.xml"/><Relationship Id="rId69" Type="http://schemas.openxmlformats.org/officeDocument/2006/relationships/image" Target="../media/image151.png"/><Relationship Id="rId8" Type="http://schemas.openxmlformats.org/officeDocument/2006/relationships/image" Target="../media/image133.png"/><Relationship Id="rId51" Type="http://schemas.openxmlformats.org/officeDocument/2006/relationships/image" Target="../media/image145.png"/><Relationship Id="rId72" Type="http://schemas.openxmlformats.org/officeDocument/2006/relationships/customXml" Target="../ink/ink393.xml"/><Relationship Id="rId80" Type="http://schemas.openxmlformats.org/officeDocument/2006/relationships/image" Target="../media/image76.png"/><Relationship Id="rId85" Type="http://schemas.openxmlformats.org/officeDocument/2006/relationships/customXml" Target="../ink/ink402.xml"/><Relationship Id="rId93" Type="http://schemas.openxmlformats.org/officeDocument/2006/relationships/image" Target="../media/image18.png"/><Relationship Id="rId3" Type="http://schemas.openxmlformats.org/officeDocument/2006/relationships/customXml" Target="../ink/ink352.xml"/><Relationship Id="rId12" Type="http://schemas.openxmlformats.org/officeDocument/2006/relationships/image" Target="../media/image134.png"/><Relationship Id="rId17" Type="http://schemas.openxmlformats.org/officeDocument/2006/relationships/image" Target="../media/image136.png"/><Relationship Id="rId25" Type="http://schemas.openxmlformats.org/officeDocument/2006/relationships/image" Target="../media/image26.png"/><Relationship Id="rId33" Type="http://schemas.openxmlformats.org/officeDocument/2006/relationships/customXml" Target="../ink/ink369.xml"/><Relationship Id="rId38" Type="http://schemas.openxmlformats.org/officeDocument/2006/relationships/customXml" Target="../ink/ink372.xml"/><Relationship Id="rId46" Type="http://schemas.openxmlformats.org/officeDocument/2006/relationships/customXml" Target="../ink/ink377.xml"/><Relationship Id="rId59" Type="http://schemas.openxmlformats.org/officeDocument/2006/relationships/image" Target="../media/image147.png"/><Relationship Id="rId67" Type="http://schemas.openxmlformats.org/officeDocument/2006/relationships/customXml" Target="../ink/ink390.xml"/><Relationship Id="rId20" Type="http://schemas.openxmlformats.org/officeDocument/2006/relationships/customXml" Target="../ink/ink361.xml"/><Relationship Id="rId41" Type="http://schemas.openxmlformats.org/officeDocument/2006/relationships/customXml" Target="../ink/ink374.xml"/><Relationship Id="rId54" Type="http://schemas.openxmlformats.org/officeDocument/2006/relationships/customXml" Target="../ink/ink382.xml"/><Relationship Id="rId62" Type="http://schemas.openxmlformats.org/officeDocument/2006/relationships/customXml" Target="../ink/ink387.xml"/><Relationship Id="rId70" Type="http://schemas.openxmlformats.org/officeDocument/2006/relationships/customXml" Target="../ink/ink392.xml"/><Relationship Id="rId75" Type="http://schemas.openxmlformats.org/officeDocument/2006/relationships/customXml" Target="../ink/ink395.xml"/><Relationship Id="rId83" Type="http://schemas.openxmlformats.org/officeDocument/2006/relationships/image" Target="../media/image155.png"/><Relationship Id="rId88" Type="http://schemas.openxmlformats.org/officeDocument/2006/relationships/image" Target="../media/image47.png"/><Relationship Id="rId91" Type="http://schemas.openxmlformats.org/officeDocument/2006/relationships/customXml" Target="../ink/ink406.xml"/><Relationship Id="rId1" Type="http://schemas.openxmlformats.org/officeDocument/2006/relationships/slideLayout" Target="../slideLayouts/slideLayout10.xml"/><Relationship Id="rId6" Type="http://schemas.openxmlformats.org/officeDocument/2006/relationships/image" Target="../media/image132.png"/><Relationship Id="rId15" Type="http://schemas.openxmlformats.org/officeDocument/2006/relationships/customXml" Target="../ink/ink358.xml"/><Relationship Id="rId23" Type="http://schemas.openxmlformats.org/officeDocument/2006/relationships/customXml" Target="../ink/ink363.xml"/><Relationship Id="rId28" Type="http://schemas.openxmlformats.org/officeDocument/2006/relationships/customXml" Target="../ink/ink366.xml"/><Relationship Id="rId36" Type="http://schemas.openxmlformats.org/officeDocument/2006/relationships/image" Target="../media/image13.png"/><Relationship Id="rId49" Type="http://schemas.openxmlformats.org/officeDocument/2006/relationships/customXml" Target="../ink/ink379.xml"/><Relationship Id="rId57" Type="http://schemas.openxmlformats.org/officeDocument/2006/relationships/customXml" Target="../ink/ink384.xml"/><Relationship Id="rId10" Type="http://schemas.openxmlformats.org/officeDocument/2006/relationships/image" Target="../media/image30.png"/><Relationship Id="rId31" Type="http://schemas.openxmlformats.org/officeDocument/2006/relationships/customXml" Target="../ink/ink368.xml"/><Relationship Id="rId44" Type="http://schemas.openxmlformats.org/officeDocument/2006/relationships/customXml" Target="../ink/ink376.xml"/><Relationship Id="rId52" Type="http://schemas.openxmlformats.org/officeDocument/2006/relationships/customXml" Target="../ink/ink381.xml"/><Relationship Id="rId60" Type="http://schemas.openxmlformats.org/officeDocument/2006/relationships/customXml" Target="../ink/ink386.xml"/><Relationship Id="rId65" Type="http://schemas.openxmlformats.org/officeDocument/2006/relationships/image" Target="../media/image150.png"/><Relationship Id="rId73" Type="http://schemas.openxmlformats.org/officeDocument/2006/relationships/image" Target="../media/image153.png"/><Relationship Id="rId78" Type="http://schemas.openxmlformats.org/officeDocument/2006/relationships/customXml" Target="../ink/ink397.xml"/><Relationship Id="rId81" Type="http://schemas.openxmlformats.org/officeDocument/2006/relationships/customXml" Target="../ink/ink399.xml"/><Relationship Id="rId86" Type="http://schemas.openxmlformats.org/officeDocument/2006/relationships/image" Target="../media/image156.png"/><Relationship Id="rId4" Type="http://schemas.openxmlformats.org/officeDocument/2006/relationships/image" Target="../media/image10.png"/><Relationship Id="rId9" Type="http://schemas.openxmlformats.org/officeDocument/2006/relationships/customXml" Target="../ink/ink355.xml"/><Relationship Id="rId13" Type="http://schemas.openxmlformats.org/officeDocument/2006/relationships/customXml" Target="../ink/ink357.xml"/><Relationship Id="rId18" Type="http://schemas.openxmlformats.org/officeDocument/2006/relationships/customXml" Target="../ink/ink360.xml"/><Relationship Id="rId39" Type="http://schemas.openxmlformats.org/officeDocument/2006/relationships/image" Target="../media/image141.png"/><Relationship Id="rId34" Type="http://schemas.openxmlformats.org/officeDocument/2006/relationships/image" Target="../media/image140.png"/><Relationship Id="rId50" Type="http://schemas.openxmlformats.org/officeDocument/2006/relationships/customXml" Target="../ink/ink380.xml"/><Relationship Id="rId55" Type="http://schemas.openxmlformats.org/officeDocument/2006/relationships/image" Target="../media/image11.png"/><Relationship Id="rId76" Type="http://schemas.openxmlformats.org/officeDocument/2006/relationships/customXml" Target="../ink/ink396.xml"/><Relationship Id="rId7" Type="http://schemas.openxmlformats.org/officeDocument/2006/relationships/customXml" Target="../ink/ink354.xml"/><Relationship Id="rId71" Type="http://schemas.openxmlformats.org/officeDocument/2006/relationships/image" Target="../media/image152.png"/><Relationship Id="rId92" Type="http://schemas.openxmlformats.org/officeDocument/2006/relationships/customXml" Target="../ink/ink407.xml"/><Relationship Id="rId2" Type="http://schemas.openxmlformats.org/officeDocument/2006/relationships/notesSlide" Target="../notesSlides/notesSlide8.xml"/><Relationship Id="rId29" Type="http://schemas.openxmlformats.org/officeDocument/2006/relationships/image" Target="../media/image139.png"/><Relationship Id="rId24" Type="http://schemas.openxmlformats.org/officeDocument/2006/relationships/customXml" Target="../ink/ink364.xml"/><Relationship Id="rId40" Type="http://schemas.openxmlformats.org/officeDocument/2006/relationships/customXml" Target="../ink/ink373.xml"/><Relationship Id="rId45" Type="http://schemas.openxmlformats.org/officeDocument/2006/relationships/image" Target="../media/image143.png"/><Relationship Id="rId66" Type="http://schemas.openxmlformats.org/officeDocument/2006/relationships/customXml" Target="../ink/ink389.xml"/><Relationship Id="rId87" Type="http://schemas.openxmlformats.org/officeDocument/2006/relationships/customXml" Target="../ink/ink403.xml"/><Relationship Id="rId61" Type="http://schemas.openxmlformats.org/officeDocument/2006/relationships/image" Target="../media/image148.png"/><Relationship Id="rId82" Type="http://schemas.openxmlformats.org/officeDocument/2006/relationships/customXml" Target="../ink/ink400.xml"/><Relationship Id="rId19" Type="http://schemas.openxmlformats.org/officeDocument/2006/relationships/image" Target="../media/image16.png"/><Relationship Id="rId14" Type="http://schemas.openxmlformats.org/officeDocument/2006/relationships/image" Target="../media/image135.png"/><Relationship Id="rId30" Type="http://schemas.openxmlformats.org/officeDocument/2006/relationships/customXml" Target="../ink/ink367.xml"/><Relationship Id="rId35" Type="http://schemas.openxmlformats.org/officeDocument/2006/relationships/customXml" Target="../ink/ink370.xml"/><Relationship Id="rId56" Type="http://schemas.openxmlformats.org/officeDocument/2006/relationships/customXml" Target="../ink/ink383.xml"/><Relationship Id="rId77" Type="http://schemas.openxmlformats.org/officeDocument/2006/relationships/image" Target="../media/image154.png"/></Relationships>
</file>

<file path=ppt/slides/_rels/slide10.xml.rels><?xml version="1.0" encoding="UTF-8" standalone="yes"?>
<Relationships xmlns="http://schemas.openxmlformats.org/package/2006/relationships"><Relationship Id="rId13" Type="http://schemas.openxmlformats.org/officeDocument/2006/relationships/image" Target="../media/image18.png"/><Relationship Id="rId18" Type="http://schemas.openxmlformats.org/officeDocument/2006/relationships/customXml" Target="../ink/ink416.xml"/><Relationship Id="rId26" Type="http://schemas.openxmlformats.org/officeDocument/2006/relationships/customXml" Target="../ink/ink421.xml"/><Relationship Id="rId39" Type="http://schemas.openxmlformats.org/officeDocument/2006/relationships/customXml" Target="../ink/ink429.xml"/><Relationship Id="rId21" Type="http://schemas.openxmlformats.org/officeDocument/2006/relationships/customXml" Target="../ink/ink418.xml"/><Relationship Id="rId34" Type="http://schemas.openxmlformats.org/officeDocument/2006/relationships/customXml" Target="../ink/ink426.xml"/><Relationship Id="rId42" Type="http://schemas.openxmlformats.org/officeDocument/2006/relationships/customXml" Target="../ink/ink431.xml"/><Relationship Id="rId47" Type="http://schemas.openxmlformats.org/officeDocument/2006/relationships/image" Target="../media/image23.png"/><Relationship Id="rId50" Type="http://schemas.openxmlformats.org/officeDocument/2006/relationships/customXml" Target="../ink/ink437.xml"/><Relationship Id="rId7" Type="http://schemas.openxmlformats.org/officeDocument/2006/relationships/image" Target="../media/image158.png"/><Relationship Id="rId2" Type="http://schemas.openxmlformats.org/officeDocument/2006/relationships/notesSlide" Target="../notesSlides/notesSlide9.xml"/><Relationship Id="rId16" Type="http://schemas.openxmlformats.org/officeDocument/2006/relationships/image" Target="../media/image26.png"/><Relationship Id="rId29" Type="http://schemas.openxmlformats.org/officeDocument/2006/relationships/customXml" Target="../ink/ink423.xml"/><Relationship Id="rId11" Type="http://schemas.openxmlformats.org/officeDocument/2006/relationships/image" Target="../media/image16.png"/><Relationship Id="rId24" Type="http://schemas.openxmlformats.org/officeDocument/2006/relationships/image" Target="../media/image47.png"/><Relationship Id="rId32" Type="http://schemas.openxmlformats.org/officeDocument/2006/relationships/customXml" Target="../ink/ink425.xml"/><Relationship Id="rId37" Type="http://schemas.openxmlformats.org/officeDocument/2006/relationships/customXml" Target="../ink/ink428.xml"/><Relationship Id="rId40" Type="http://schemas.openxmlformats.org/officeDocument/2006/relationships/image" Target="../media/image164.png"/><Relationship Id="rId45" Type="http://schemas.openxmlformats.org/officeDocument/2006/relationships/image" Target="../media/image165.png"/><Relationship Id="rId5" Type="http://schemas.openxmlformats.org/officeDocument/2006/relationships/image" Target="../media/image10.png"/><Relationship Id="rId15" Type="http://schemas.openxmlformats.org/officeDocument/2006/relationships/customXml" Target="../ink/ink414.xml"/><Relationship Id="rId23" Type="http://schemas.openxmlformats.org/officeDocument/2006/relationships/customXml" Target="../ink/ink419.xml"/><Relationship Id="rId28" Type="http://schemas.openxmlformats.org/officeDocument/2006/relationships/customXml" Target="../ink/ink422.xml"/><Relationship Id="rId36" Type="http://schemas.openxmlformats.org/officeDocument/2006/relationships/customXml" Target="../ink/ink427.xml"/><Relationship Id="rId49" Type="http://schemas.openxmlformats.org/officeDocument/2006/relationships/customXml" Target="../ink/ink436.xml"/><Relationship Id="rId10" Type="http://schemas.openxmlformats.org/officeDocument/2006/relationships/customXml" Target="../ink/ink411.xml"/><Relationship Id="rId19" Type="http://schemas.openxmlformats.org/officeDocument/2006/relationships/customXml" Target="../ink/ink417.xml"/><Relationship Id="rId31" Type="http://schemas.openxmlformats.org/officeDocument/2006/relationships/customXml" Target="../ink/ink424.xml"/><Relationship Id="rId44" Type="http://schemas.openxmlformats.org/officeDocument/2006/relationships/customXml" Target="../ink/ink433.xml"/><Relationship Id="rId4" Type="http://schemas.openxmlformats.org/officeDocument/2006/relationships/customXml" Target="../ink/ink408.xml"/><Relationship Id="rId9" Type="http://schemas.openxmlformats.org/officeDocument/2006/relationships/image" Target="../media/image29.png"/><Relationship Id="rId14" Type="http://schemas.openxmlformats.org/officeDocument/2006/relationships/customXml" Target="../ink/ink413.xml"/><Relationship Id="rId22" Type="http://schemas.openxmlformats.org/officeDocument/2006/relationships/image" Target="../media/image11.png"/><Relationship Id="rId27" Type="http://schemas.openxmlformats.org/officeDocument/2006/relationships/image" Target="../media/image159.png"/><Relationship Id="rId30" Type="http://schemas.openxmlformats.org/officeDocument/2006/relationships/image" Target="../media/image160.png"/><Relationship Id="rId35" Type="http://schemas.openxmlformats.org/officeDocument/2006/relationships/image" Target="../media/image162.png"/><Relationship Id="rId43" Type="http://schemas.openxmlformats.org/officeDocument/2006/relationships/customXml" Target="../ink/ink432.xml"/><Relationship Id="rId48" Type="http://schemas.openxmlformats.org/officeDocument/2006/relationships/customXml" Target="../ink/ink435.xml"/><Relationship Id="rId8" Type="http://schemas.openxmlformats.org/officeDocument/2006/relationships/customXml" Target="../ink/ink410.xml"/><Relationship Id="rId51" Type="http://schemas.openxmlformats.org/officeDocument/2006/relationships/customXml" Target="../ink/ink438.xml"/><Relationship Id="rId3" Type="http://schemas.openxmlformats.org/officeDocument/2006/relationships/image" Target="../media/image157.png"/><Relationship Id="rId12" Type="http://schemas.openxmlformats.org/officeDocument/2006/relationships/customXml" Target="../ink/ink412.xml"/><Relationship Id="rId17" Type="http://schemas.openxmlformats.org/officeDocument/2006/relationships/customXml" Target="../ink/ink415.xml"/><Relationship Id="rId25" Type="http://schemas.openxmlformats.org/officeDocument/2006/relationships/customXml" Target="../ink/ink420.xml"/><Relationship Id="rId33" Type="http://schemas.openxmlformats.org/officeDocument/2006/relationships/image" Target="../media/image161.png"/><Relationship Id="rId38" Type="http://schemas.openxmlformats.org/officeDocument/2006/relationships/image" Target="../media/image163.png"/><Relationship Id="rId46" Type="http://schemas.openxmlformats.org/officeDocument/2006/relationships/customXml" Target="../ink/ink434.xml"/><Relationship Id="rId20" Type="http://schemas.openxmlformats.org/officeDocument/2006/relationships/image" Target="../media/image14.png"/><Relationship Id="rId41" Type="http://schemas.openxmlformats.org/officeDocument/2006/relationships/customXml" Target="../ink/ink430.xml"/><Relationship Id="rId1" Type="http://schemas.openxmlformats.org/officeDocument/2006/relationships/slideLayout" Target="../slideLayouts/slideLayout11.xml"/><Relationship Id="rId6" Type="http://schemas.openxmlformats.org/officeDocument/2006/relationships/customXml" Target="../ink/ink40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9CD4CB0-CC40-CABA-BE8C-5BC7A047B203}"/>
              </a:ext>
            </a:extLst>
          </p:cNvPr>
          <p:cNvPicPr>
            <a:picLocks noChangeAspect="1"/>
          </p:cNvPicPr>
          <p:nvPr/>
        </p:nvPicPr>
        <p:blipFill>
          <a:blip r:embed="rId2"/>
          <a:stretch>
            <a:fillRect/>
          </a:stretch>
        </p:blipFill>
        <p:spPr>
          <a:xfrm>
            <a:off x="0" y="0"/>
            <a:ext cx="14630400" cy="8224243"/>
          </a:xfrm>
          <a:prstGeom prst="rect">
            <a:avLst/>
          </a:prstGeom>
        </p:spPr>
      </p:pic>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02EDBE1A-C4AD-814E-2D23-D89C0FC5AF9A}"/>
                  </a:ext>
                </a:extLst>
              </p14:cNvPr>
              <p14:cNvContentPartPr/>
              <p14:nvPr/>
            </p14:nvContentPartPr>
            <p14:xfrm rot="-1459835">
              <a:off x="13799184" y="7418026"/>
              <a:ext cx="440472" cy="419908"/>
            </p14:xfrm>
          </p:contentPart>
        </mc:Choice>
        <mc:Fallback>
          <p:pic>
            <p:nvPicPr>
              <p:cNvPr id="4" name="Ink 3">
                <a:extLst>
                  <a:ext uri="{FF2B5EF4-FFF2-40B4-BE49-F238E27FC236}">
                    <a16:creationId xmlns:a16="http://schemas.microsoft.com/office/drawing/2014/main" id="{02EDBE1A-C4AD-814E-2D23-D89C0FC5AF9A}"/>
                  </a:ext>
                </a:extLst>
              </p:cNvPr>
              <p:cNvPicPr/>
              <p:nvPr/>
            </p:nvPicPr>
            <p:blipFill>
              <a:blip r:embed="rId4"/>
              <a:stretch>
                <a:fillRect/>
              </a:stretch>
            </p:blipFill>
            <p:spPr>
              <a:xfrm rot="-1459835">
                <a:off x="13745160" y="7309988"/>
                <a:ext cx="548159" cy="635624"/>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6" name="Ink 5">
                <a:extLst>
                  <a:ext uri="{FF2B5EF4-FFF2-40B4-BE49-F238E27FC236}">
                    <a16:creationId xmlns:a16="http://schemas.microsoft.com/office/drawing/2014/main" id="{C0D19904-1BD1-87C4-B3D5-3EA9DA7CF317}"/>
                  </a:ext>
                </a:extLst>
              </p14:cNvPr>
              <p14:cNvContentPartPr/>
              <p14:nvPr/>
            </p14:nvContentPartPr>
            <p14:xfrm>
              <a:off x="13776960" y="7604400"/>
              <a:ext cx="137520" cy="290160"/>
            </p14:xfrm>
          </p:contentPart>
        </mc:Choice>
        <mc:Fallback>
          <p:pic>
            <p:nvPicPr>
              <p:cNvPr id="6" name="Ink 5">
                <a:extLst>
                  <a:ext uri="{FF2B5EF4-FFF2-40B4-BE49-F238E27FC236}">
                    <a16:creationId xmlns:a16="http://schemas.microsoft.com/office/drawing/2014/main" id="{C0D19904-1BD1-87C4-B3D5-3EA9DA7CF317}"/>
                  </a:ext>
                </a:extLst>
              </p:cNvPr>
              <p:cNvPicPr/>
              <p:nvPr/>
            </p:nvPicPr>
            <p:blipFill>
              <a:blip r:embed="rId6"/>
              <a:stretch>
                <a:fillRect/>
              </a:stretch>
            </p:blipFill>
            <p:spPr>
              <a:xfrm>
                <a:off x="13722960" y="7496400"/>
                <a:ext cx="245160" cy="5058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7" name="Ink 6">
                <a:extLst>
                  <a:ext uri="{FF2B5EF4-FFF2-40B4-BE49-F238E27FC236}">
                    <a16:creationId xmlns:a16="http://schemas.microsoft.com/office/drawing/2014/main" id="{A783B778-E0D5-22FB-AF94-732BD7124A88}"/>
                  </a:ext>
                </a:extLst>
              </p14:cNvPr>
              <p14:cNvContentPartPr/>
              <p14:nvPr/>
            </p14:nvContentPartPr>
            <p14:xfrm>
              <a:off x="13931040" y="7869000"/>
              <a:ext cx="272520" cy="56520"/>
            </p14:xfrm>
          </p:contentPart>
        </mc:Choice>
        <mc:Fallback>
          <p:pic>
            <p:nvPicPr>
              <p:cNvPr id="7" name="Ink 6">
                <a:extLst>
                  <a:ext uri="{FF2B5EF4-FFF2-40B4-BE49-F238E27FC236}">
                    <a16:creationId xmlns:a16="http://schemas.microsoft.com/office/drawing/2014/main" id="{A783B778-E0D5-22FB-AF94-732BD7124A88}"/>
                  </a:ext>
                </a:extLst>
              </p:cNvPr>
              <p:cNvPicPr/>
              <p:nvPr/>
            </p:nvPicPr>
            <p:blipFill>
              <a:blip r:embed="rId8"/>
              <a:stretch>
                <a:fillRect/>
              </a:stretch>
            </p:blipFill>
            <p:spPr>
              <a:xfrm>
                <a:off x="13877400" y="7761000"/>
                <a:ext cx="380160" cy="272160"/>
              </a:xfrm>
              <a:prstGeom prst="rect">
                <a:avLst/>
              </a:prstGeom>
            </p:spPr>
          </p:pic>
        </mc:Fallback>
      </mc:AlternateContent>
    </p:spTree>
    <p:extLst>
      <p:ext uri="{BB962C8B-B14F-4D97-AF65-F5344CB8AC3E}">
        <p14:creationId xmlns:p14="http://schemas.microsoft.com/office/powerpoint/2010/main" val="36925794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12326" y="402550"/>
            <a:ext cx="6288048" cy="457438"/>
          </a:xfrm>
          <a:prstGeom prst="rect">
            <a:avLst/>
          </a:prstGeom>
          <a:noFill/>
          <a:ln/>
        </p:spPr>
        <p:txBody>
          <a:bodyPr wrap="none" lIns="0" tIns="0" rIns="0" bIns="0" rtlCol="0" anchor="t"/>
          <a:lstStyle/>
          <a:p>
            <a:pPr marL="0" indent="0" algn="l">
              <a:lnSpc>
                <a:spcPts val="3600"/>
              </a:lnSpc>
              <a:buNone/>
            </a:pPr>
            <a:r>
              <a:rPr lang="en-US" sz="2850" dirty="0">
                <a:solidFill>
                  <a:srgbClr val="FFFFFF"/>
                </a:solidFill>
                <a:latin typeface="Saira Medium" pitchFamily="34" charset="0"/>
                <a:ea typeface="Saira Medium" pitchFamily="34" charset="-122"/>
                <a:cs typeface="Saira Medium" pitchFamily="34" charset="-120"/>
              </a:rPr>
              <a:t>The Fake News Crisis: Why It Matters</a:t>
            </a:r>
            <a:endParaRPr lang="en-US" sz="2850" dirty="0"/>
          </a:p>
        </p:txBody>
      </p:sp>
      <p:sp>
        <p:nvSpPr>
          <p:cNvPr id="3" name="Text 1"/>
          <p:cNvSpPr/>
          <p:nvPr/>
        </p:nvSpPr>
        <p:spPr>
          <a:xfrm>
            <a:off x="512326" y="1211223"/>
            <a:ext cx="6624280" cy="702945"/>
          </a:xfrm>
          <a:prstGeom prst="rect">
            <a:avLst/>
          </a:prstGeom>
          <a:noFill/>
          <a:ln/>
        </p:spPr>
        <p:txBody>
          <a:bodyPr wrap="square" lIns="0" tIns="0" rIns="0" bIns="0" rtlCol="0" anchor="t"/>
          <a:lstStyle/>
          <a:p>
            <a:pPr marL="0" indent="0" algn="l">
              <a:lnSpc>
                <a:spcPts val="1800"/>
              </a:lnSpc>
              <a:buNone/>
            </a:pPr>
            <a:r>
              <a:rPr lang="en-US" sz="2000" dirty="0">
                <a:solidFill>
                  <a:srgbClr val="FC8337"/>
                </a:solidFill>
                <a:ea typeface="Roboto" pitchFamily="34" charset="-122"/>
                <a:cs typeface="Roboto" pitchFamily="34" charset="-120"/>
              </a:rPr>
              <a:t>Fake news spreads faster than truth:</a:t>
            </a:r>
            <a:r>
              <a:rPr lang="en-US" sz="2000" dirty="0">
                <a:solidFill>
                  <a:srgbClr val="E5E0DF"/>
                </a:solidFill>
                <a:ea typeface="Roboto" pitchFamily="34" charset="-122"/>
                <a:cs typeface="Roboto" pitchFamily="34" charset="-120"/>
              </a:rPr>
              <a:t> In the 2016 US election, false stories garnered 8.7 million Facebook interactions, significantly surpassing even the most popular legitimate news. This rapid dissemination distorts public perception and fuels polarization.</a:t>
            </a:r>
            <a:endParaRPr lang="en-US" sz="2000" dirty="0"/>
          </a:p>
        </p:txBody>
      </p:sp>
      <p:sp>
        <p:nvSpPr>
          <p:cNvPr id="4" name="Text 2"/>
          <p:cNvSpPr/>
          <p:nvPr/>
        </p:nvSpPr>
        <p:spPr>
          <a:xfrm>
            <a:off x="344210" y="4556343"/>
            <a:ext cx="6624280" cy="937260"/>
          </a:xfrm>
          <a:prstGeom prst="rect">
            <a:avLst/>
          </a:prstGeom>
          <a:noFill/>
          <a:ln/>
        </p:spPr>
        <p:txBody>
          <a:bodyPr wrap="square" lIns="0" tIns="0" rIns="0" bIns="0" rtlCol="0" anchor="t"/>
          <a:lstStyle/>
          <a:p>
            <a:pPr marL="0" indent="0" algn="l">
              <a:lnSpc>
                <a:spcPts val="1800"/>
              </a:lnSpc>
              <a:buNone/>
            </a:pPr>
            <a:r>
              <a:rPr lang="en-US" sz="2000" dirty="0">
                <a:solidFill>
                  <a:srgbClr val="FC8337"/>
                </a:solidFill>
                <a:ea typeface="Roboto" pitchFamily="34" charset="-122"/>
                <a:cs typeface="Roboto" pitchFamily="34" charset="-120"/>
              </a:rPr>
              <a:t>Real-world impact:</a:t>
            </a:r>
            <a:r>
              <a:rPr lang="en-US" sz="2000" dirty="0">
                <a:solidFill>
                  <a:srgbClr val="E5E0DF"/>
                </a:solidFill>
                <a:ea typeface="Roboto" pitchFamily="34" charset="-122"/>
                <a:cs typeface="Roboto" pitchFamily="34" charset="-120"/>
              </a:rPr>
              <a:t> The consequences are severe. A false rumor about a bomb near the White House, circulated by a fake news account, caused a momentary stock market plummet, resulting in an estimated $130 billion loss. Beyond financial disruption, fake news can incite violence, manipulate public opinion, and undermine democratic processes.</a:t>
            </a:r>
            <a:endParaRPr lang="en-US" sz="2000" dirty="0"/>
          </a:p>
        </p:txBody>
      </p:sp>
      <p:pic>
        <p:nvPicPr>
          <p:cNvPr id="5" name="Image 0" descr="preencoded.png"/>
          <p:cNvPicPr>
            <a:picLocks noChangeAspect="1"/>
          </p:cNvPicPr>
          <p:nvPr/>
        </p:nvPicPr>
        <p:blipFill>
          <a:blip r:embed="rId3"/>
          <a:stretch>
            <a:fillRect/>
          </a:stretch>
        </p:blipFill>
        <p:spPr>
          <a:xfrm>
            <a:off x="7501414" y="1244203"/>
            <a:ext cx="5681186" cy="5681186"/>
          </a:xfrm>
          <a:prstGeom prst="rect">
            <a:avLst/>
          </a:prstGeom>
        </p:spPr>
      </p:pic>
      <p:sp>
        <p:nvSpPr>
          <p:cNvPr id="6" name="Text 3"/>
          <p:cNvSpPr/>
          <p:nvPr/>
        </p:nvSpPr>
        <p:spPr>
          <a:xfrm>
            <a:off x="7315200" y="7564517"/>
            <a:ext cx="6624280" cy="937260"/>
          </a:xfrm>
          <a:prstGeom prst="rect">
            <a:avLst/>
          </a:prstGeom>
          <a:noFill/>
          <a:ln/>
        </p:spPr>
        <p:txBody>
          <a:bodyPr wrap="square" lIns="0" tIns="0" rIns="0" bIns="0" rtlCol="0" anchor="t"/>
          <a:lstStyle/>
          <a:p>
            <a:pPr marL="0" indent="0" algn="l">
              <a:lnSpc>
                <a:spcPts val="1800"/>
              </a:lnSpc>
              <a:buNone/>
            </a:pPr>
            <a:endParaRPr lang="en-US" sz="1150" dirty="0"/>
          </a:p>
        </p:txBody>
      </p:sp>
      <mc:AlternateContent xmlns:mc="http://schemas.openxmlformats.org/markup-compatibility/2006">
        <mc:Choice xmlns:p14="http://schemas.microsoft.com/office/powerpoint/2010/main" Requires="p14">
          <p:contentPart p14:bwMode="auto" r:id="rId4">
            <p14:nvContentPartPr>
              <p14:cNvPr id="8" name="Ink 7">
                <a:extLst>
                  <a:ext uri="{FF2B5EF4-FFF2-40B4-BE49-F238E27FC236}">
                    <a16:creationId xmlns:a16="http://schemas.microsoft.com/office/drawing/2014/main" id="{C795CEF0-2B81-892B-5B05-E6EC750906ED}"/>
                  </a:ext>
                </a:extLst>
              </p14:cNvPr>
              <p14:cNvContentPartPr/>
              <p14:nvPr/>
            </p14:nvContentPartPr>
            <p14:xfrm>
              <a:off x="12938520" y="7970520"/>
              <a:ext cx="1448640" cy="720"/>
            </p14:xfrm>
          </p:contentPart>
        </mc:Choice>
        <mc:Fallback>
          <p:pic>
            <p:nvPicPr>
              <p:cNvPr id="8" name="Ink 7">
                <a:extLst>
                  <a:ext uri="{FF2B5EF4-FFF2-40B4-BE49-F238E27FC236}">
                    <a16:creationId xmlns:a16="http://schemas.microsoft.com/office/drawing/2014/main" id="{C795CEF0-2B81-892B-5B05-E6EC750906ED}"/>
                  </a:ext>
                </a:extLst>
              </p:cNvPr>
              <p:cNvPicPr/>
              <p:nvPr/>
            </p:nvPicPr>
            <p:blipFill>
              <a:blip r:embed="rId5"/>
              <a:stretch>
                <a:fillRect/>
              </a:stretch>
            </p:blipFill>
            <p:spPr>
              <a:xfrm>
                <a:off x="12884520" y="7754520"/>
                <a:ext cx="1556280" cy="4320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0" name="Ink 9">
                <a:extLst>
                  <a:ext uri="{FF2B5EF4-FFF2-40B4-BE49-F238E27FC236}">
                    <a16:creationId xmlns:a16="http://schemas.microsoft.com/office/drawing/2014/main" id="{A2FFDFBD-F6F1-1D49-789C-3807D2F18B5C}"/>
                  </a:ext>
                </a:extLst>
              </p14:cNvPr>
              <p14:cNvContentPartPr/>
              <p14:nvPr/>
            </p14:nvContentPartPr>
            <p14:xfrm rot="-84001">
              <a:off x="11433032" y="7946599"/>
              <a:ext cx="2925656" cy="79162"/>
            </p14:xfrm>
          </p:contentPart>
        </mc:Choice>
        <mc:Fallback>
          <p:pic>
            <p:nvPicPr>
              <p:cNvPr id="10" name="Ink 9">
                <a:extLst>
                  <a:ext uri="{FF2B5EF4-FFF2-40B4-BE49-F238E27FC236}">
                    <a16:creationId xmlns:a16="http://schemas.microsoft.com/office/drawing/2014/main" id="{A2FFDFBD-F6F1-1D49-789C-3807D2F18B5C}"/>
                  </a:ext>
                </a:extLst>
              </p:cNvPr>
              <p:cNvPicPr/>
              <p:nvPr/>
            </p:nvPicPr>
            <p:blipFill>
              <a:blip r:embed="rId7"/>
              <a:stretch>
                <a:fillRect/>
              </a:stretch>
            </p:blipFill>
            <p:spPr>
              <a:xfrm rot="-84001">
                <a:off x="11379033" y="7838651"/>
                <a:ext cx="3033294" cy="294699"/>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1" name="Ink 10">
                <a:extLst>
                  <a:ext uri="{FF2B5EF4-FFF2-40B4-BE49-F238E27FC236}">
                    <a16:creationId xmlns:a16="http://schemas.microsoft.com/office/drawing/2014/main" id="{C3F30D0E-B178-30C1-8097-9EE40A032668}"/>
                  </a:ext>
                </a:extLst>
              </p14:cNvPr>
              <p14:cNvContentPartPr/>
              <p14:nvPr/>
            </p14:nvContentPartPr>
            <p14:xfrm>
              <a:off x="13197720" y="7833360"/>
              <a:ext cx="360" cy="360"/>
            </p14:xfrm>
          </p:contentPart>
        </mc:Choice>
        <mc:Fallback>
          <p:pic>
            <p:nvPicPr>
              <p:cNvPr id="11" name="Ink 10">
                <a:extLst>
                  <a:ext uri="{FF2B5EF4-FFF2-40B4-BE49-F238E27FC236}">
                    <a16:creationId xmlns:a16="http://schemas.microsoft.com/office/drawing/2014/main" id="{C3F30D0E-B178-30C1-8097-9EE40A032668}"/>
                  </a:ext>
                </a:extLst>
              </p:cNvPr>
              <p:cNvPicPr/>
              <p:nvPr/>
            </p:nvPicPr>
            <p:blipFill>
              <a:blip r:embed="rId9"/>
              <a:stretch>
                <a:fillRect/>
              </a:stretch>
            </p:blipFill>
            <p:spPr>
              <a:xfrm>
                <a:off x="13143720" y="772536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2" name="Ink 11">
                <a:extLst>
                  <a:ext uri="{FF2B5EF4-FFF2-40B4-BE49-F238E27FC236}">
                    <a16:creationId xmlns:a16="http://schemas.microsoft.com/office/drawing/2014/main" id="{155043B4-A46E-7F97-F80F-12A130111B85}"/>
                  </a:ext>
                </a:extLst>
              </p14:cNvPr>
              <p14:cNvContentPartPr/>
              <p14:nvPr/>
            </p14:nvContentPartPr>
            <p14:xfrm>
              <a:off x="13405080" y="7833360"/>
              <a:ext cx="6480" cy="360"/>
            </p14:xfrm>
          </p:contentPart>
        </mc:Choice>
        <mc:Fallback>
          <p:pic>
            <p:nvPicPr>
              <p:cNvPr id="12" name="Ink 11">
                <a:extLst>
                  <a:ext uri="{FF2B5EF4-FFF2-40B4-BE49-F238E27FC236}">
                    <a16:creationId xmlns:a16="http://schemas.microsoft.com/office/drawing/2014/main" id="{155043B4-A46E-7F97-F80F-12A130111B85}"/>
                  </a:ext>
                </a:extLst>
              </p:cNvPr>
              <p:cNvPicPr/>
              <p:nvPr/>
            </p:nvPicPr>
            <p:blipFill>
              <a:blip r:embed="rId11"/>
              <a:stretch>
                <a:fillRect/>
              </a:stretch>
            </p:blipFill>
            <p:spPr>
              <a:xfrm>
                <a:off x="13351440" y="7725360"/>
                <a:ext cx="1141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3" name="Ink 12">
                <a:extLst>
                  <a:ext uri="{FF2B5EF4-FFF2-40B4-BE49-F238E27FC236}">
                    <a16:creationId xmlns:a16="http://schemas.microsoft.com/office/drawing/2014/main" id="{5152232B-7EF6-D307-AED8-CA22A62C6D9C}"/>
                  </a:ext>
                </a:extLst>
              </p14:cNvPr>
              <p14:cNvContentPartPr/>
              <p14:nvPr/>
            </p14:nvContentPartPr>
            <p14:xfrm>
              <a:off x="13109880" y="7833360"/>
              <a:ext cx="88200" cy="15840"/>
            </p14:xfrm>
          </p:contentPart>
        </mc:Choice>
        <mc:Fallback>
          <p:pic>
            <p:nvPicPr>
              <p:cNvPr id="13" name="Ink 12">
                <a:extLst>
                  <a:ext uri="{FF2B5EF4-FFF2-40B4-BE49-F238E27FC236}">
                    <a16:creationId xmlns:a16="http://schemas.microsoft.com/office/drawing/2014/main" id="{5152232B-7EF6-D307-AED8-CA22A62C6D9C}"/>
                  </a:ext>
                </a:extLst>
              </p:cNvPr>
              <p:cNvPicPr/>
              <p:nvPr/>
            </p:nvPicPr>
            <p:blipFill>
              <a:blip r:embed="rId13"/>
              <a:stretch>
                <a:fillRect/>
              </a:stretch>
            </p:blipFill>
            <p:spPr>
              <a:xfrm>
                <a:off x="13055880" y="7725360"/>
                <a:ext cx="195840" cy="23148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4" name="Ink 13">
                <a:extLst>
                  <a:ext uri="{FF2B5EF4-FFF2-40B4-BE49-F238E27FC236}">
                    <a16:creationId xmlns:a16="http://schemas.microsoft.com/office/drawing/2014/main" id="{D72D485B-BCB8-A5C9-A241-1149B09B0977}"/>
                  </a:ext>
                </a:extLst>
              </p14:cNvPr>
              <p14:cNvContentPartPr/>
              <p14:nvPr/>
            </p14:nvContentPartPr>
            <p14:xfrm>
              <a:off x="13029960" y="7848120"/>
              <a:ext cx="360" cy="360"/>
            </p14:xfrm>
          </p:contentPart>
        </mc:Choice>
        <mc:Fallback>
          <p:pic>
            <p:nvPicPr>
              <p:cNvPr id="14" name="Ink 13">
                <a:extLst>
                  <a:ext uri="{FF2B5EF4-FFF2-40B4-BE49-F238E27FC236}">
                    <a16:creationId xmlns:a16="http://schemas.microsoft.com/office/drawing/2014/main" id="{D72D485B-BCB8-A5C9-A241-1149B09B0977}"/>
                  </a:ext>
                </a:extLst>
              </p:cNvPr>
              <p:cNvPicPr/>
              <p:nvPr/>
            </p:nvPicPr>
            <p:blipFill>
              <a:blip r:embed="rId9"/>
              <a:stretch>
                <a:fillRect/>
              </a:stretch>
            </p:blipFill>
            <p:spPr>
              <a:xfrm>
                <a:off x="12975960" y="774048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5" name="Ink 14">
                <a:extLst>
                  <a:ext uri="{FF2B5EF4-FFF2-40B4-BE49-F238E27FC236}">
                    <a16:creationId xmlns:a16="http://schemas.microsoft.com/office/drawing/2014/main" id="{227A6F64-04AA-1078-841E-5FA30F380B33}"/>
                  </a:ext>
                </a:extLst>
              </p14:cNvPr>
              <p14:cNvContentPartPr/>
              <p14:nvPr/>
            </p14:nvContentPartPr>
            <p14:xfrm>
              <a:off x="13029960" y="7848120"/>
              <a:ext cx="41760" cy="360"/>
            </p14:xfrm>
          </p:contentPart>
        </mc:Choice>
        <mc:Fallback>
          <p:pic>
            <p:nvPicPr>
              <p:cNvPr id="15" name="Ink 14">
                <a:extLst>
                  <a:ext uri="{FF2B5EF4-FFF2-40B4-BE49-F238E27FC236}">
                    <a16:creationId xmlns:a16="http://schemas.microsoft.com/office/drawing/2014/main" id="{227A6F64-04AA-1078-841E-5FA30F380B33}"/>
                  </a:ext>
                </a:extLst>
              </p:cNvPr>
              <p:cNvPicPr/>
              <p:nvPr/>
            </p:nvPicPr>
            <p:blipFill>
              <a:blip r:embed="rId16"/>
              <a:stretch>
                <a:fillRect/>
              </a:stretch>
            </p:blipFill>
            <p:spPr>
              <a:xfrm>
                <a:off x="12975960" y="7740480"/>
                <a:ext cx="1494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6" name="Ink 15">
                <a:extLst>
                  <a:ext uri="{FF2B5EF4-FFF2-40B4-BE49-F238E27FC236}">
                    <a16:creationId xmlns:a16="http://schemas.microsoft.com/office/drawing/2014/main" id="{3EBFBFCA-E992-3E37-5603-50D435819C18}"/>
                  </a:ext>
                </a:extLst>
              </p14:cNvPr>
              <p14:cNvContentPartPr/>
              <p14:nvPr/>
            </p14:nvContentPartPr>
            <p14:xfrm>
              <a:off x="13350360" y="7848120"/>
              <a:ext cx="6120" cy="360"/>
            </p14:xfrm>
          </p:contentPart>
        </mc:Choice>
        <mc:Fallback>
          <p:pic>
            <p:nvPicPr>
              <p:cNvPr id="16" name="Ink 15">
                <a:extLst>
                  <a:ext uri="{FF2B5EF4-FFF2-40B4-BE49-F238E27FC236}">
                    <a16:creationId xmlns:a16="http://schemas.microsoft.com/office/drawing/2014/main" id="{3EBFBFCA-E992-3E37-5603-50D435819C18}"/>
                  </a:ext>
                </a:extLst>
              </p:cNvPr>
              <p:cNvPicPr/>
              <p:nvPr/>
            </p:nvPicPr>
            <p:blipFill>
              <a:blip r:embed="rId11"/>
              <a:stretch>
                <a:fillRect/>
              </a:stretch>
            </p:blipFill>
            <p:spPr>
              <a:xfrm>
                <a:off x="13296360" y="7740480"/>
                <a:ext cx="1137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7" name="Ink 16">
                <a:extLst>
                  <a:ext uri="{FF2B5EF4-FFF2-40B4-BE49-F238E27FC236}">
                    <a16:creationId xmlns:a16="http://schemas.microsoft.com/office/drawing/2014/main" id="{78A9F1F6-2D72-97F8-67B5-B2CB54976F95}"/>
                  </a:ext>
                </a:extLst>
              </p14:cNvPr>
              <p14:cNvContentPartPr/>
              <p14:nvPr/>
            </p14:nvContentPartPr>
            <p14:xfrm>
              <a:off x="13380600" y="7848120"/>
              <a:ext cx="118800" cy="360"/>
            </p14:xfrm>
          </p:contentPart>
        </mc:Choice>
        <mc:Fallback>
          <p:pic>
            <p:nvPicPr>
              <p:cNvPr id="17" name="Ink 16">
                <a:extLst>
                  <a:ext uri="{FF2B5EF4-FFF2-40B4-BE49-F238E27FC236}">
                    <a16:creationId xmlns:a16="http://schemas.microsoft.com/office/drawing/2014/main" id="{78A9F1F6-2D72-97F8-67B5-B2CB54976F95}"/>
                  </a:ext>
                </a:extLst>
              </p:cNvPr>
              <p:cNvPicPr/>
              <p:nvPr/>
            </p:nvPicPr>
            <p:blipFill>
              <a:blip r:embed="rId19"/>
              <a:stretch>
                <a:fillRect/>
              </a:stretch>
            </p:blipFill>
            <p:spPr>
              <a:xfrm>
                <a:off x="13326960" y="7740480"/>
                <a:ext cx="22644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8" name="Ink 17">
                <a:extLst>
                  <a:ext uri="{FF2B5EF4-FFF2-40B4-BE49-F238E27FC236}">
                    <a16:creationId xmlns:a16="http://schemas.microsoft.com/office/drawing/2014/main" id="{B698F8DA-D412-32BE-DB2A-874D72B3632A}"/>
                  </a:ext>
                </a:extLst>
              </p14:cNvPr>
              <p14:cNvContentPartPr/>
              <p14:nvPr/>
            </p14:nvContentPartPr>
            <p14:xfrm>
              <a:off x="13124640" y="7848120"/>
              <a:ext cx="28080" cy="14400"/>
            </p14:xfrm>
          </p:contentPart>
        </mc:Choice>
        <mc:Fallback>
          <p:pic>
            <p:nvPicPr>
              <p:cNvPr id="18" name="Ink 17">
                <a:extLst>
                  <a:ext uri="{FF2B5EF4-FFF2-40B4-BE49-F238E27FC236}">
                    <a16:creationId xmlns:a16="http://schemas.microsoft.com/office/drawing/2014/main" id="{B698F8DA-D412-32BE-DB2A-874D72B3632A}"/>
                  </a:ext>
                </a:extLst>
              </p:cNvPr>
              <p:cNvPicPr/>
              <p:nvPr/>
            </p:nvPicPr>
            <p:blipFill>
              <a:blip r:embed="rId21"/>
              <a:stretch>
                <a:fillRect/>
              </a:stretch>
            </p:blipFill>
            <p:spPr>
              <a:xfrm>
                <a:off x="13070640" y="7740480"/>
                <a:ext cx="135720" cy="23004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9" name="Ink 18">
                <a:extLst>
                  <a:ext uri="{FF2B5EF4-FFF2-40B4-BE49-F238E27FC236}">
                    <a16:creationId xmlns:a16="http://schemas.microsoft.com/office/drawing/2014/main" id="{76DC075F-D1A8-165D-2ABC-10C6D54259E6}"/>
                  </a:ext>
                </a:extLst>
              </p14:cNvPr>
              <p14:cNvContentPartPr/>
              <p14:nvPr/>
            </p14:nvContentPartPr>
            <p14:xfrm>
              <a:off x="12993600" y="7863960"/>
              <a:ext cx="6120" cy="360"/>
            </p14:xfrm>
          </p:contentPart>
        </mc:Choice>
        <mc:Fallback>
          <p:pic>
            <p:nvPicPr>
              <p:cNvPr id="19" name="Ink 18">
                <a:extLst>
                  <a:ext uri="{FF2B5EF4-FFF2-40B4-BE49-F238E27FC236}">
                    <a16:creationId xmlns:a16="http://schemas.microsoft.com/office/drawing/2014/main" id="{76DC075F-D1A8-165D-2ABC-10C6D54259E6}"/>
                  </a:ext>
                </a:extLst>
              </p:cNvPr>
              <p:cNvPicPr/>
              <p:nvPr/>
            </p:nvPicPr>
            <p:blipFill>
              <a:blip r:embed="rId11"/>
              <a:stretch>
                <a:fillRect/>
              </a:stretch>
            </p:blipFill>
            <p:spPr>
              <a:xfrm>
                <a:off x="12939600" y="7755960"/>
                <a:ext cx="1137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20" name="Ink 19">
                <a:extLst>
                  <a:ext uri="{FF2B5EF4-FFF2-40B4-BE49-F238E27FC236}">
                    <a16:creationId xmlns:a16="http://schemas.microsoft.com/office/drawing/2014/main" id="{A065B13A-C927-E1DC-5237-C9F40703233D}"/>
                  </a:ext>
                </a:extLst>
              </p14:cNvPr>
              <p14:cNvContentPartPr/>
              <p14:nvPr/>
            </p14:nvContentPartPr>
            <p14:xfrm>
              <a:off x="12968760" y="7863960"/>
              <a:ext cx="28080" cy="360"/>
            </p14:xfrm>
          </p:contentPart>
        </mc:Choice>
        <mc:Fallback>
          <p:pic>
            <p:nvPicPr>
              <p:cNvPr id="20" name="Ink 19">
                <a:extLst>
                  <a:ext uri="{FF2B5EF4-FFF2-40B4-BE49-F238E27FC236}">
                    <a16:creationId xmlns:a16="http://schemas.microsoft.com/office/drawing/2014/main" id="{A065B13A-C927-E1DC-5237-C9F40703233D}"/>
                  </a:ext>
                </a:extLst>
              </p:cNvPr>
              <p:cNvPicPr/>
              <p:nvPr/>
            </p:nvPicPr>
            <p:blipFill>
              <a:blip r:embed="rId24"/>
              <a:stretch>
                <a:fillRect/>
              </a:stretch>
            </p:blipFill>
            <p:spPr>
              <a:xfrm>
                <a:off x="12915120" y="7755960"/>
                <a:ext cx="1357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21" name="Ink 20">
                <a:extLst>
                  <a:ext uri="{FF2B5EF4-FFF2-40B4-BE49-F238E27FC236}">
                    <a16:creationId xmlns:a16="http://schemas.microsoft.com/office/drawing/2014/main" id="{346F8077-F099-5BDF-0ACF-0332859857C1}"/>
                  </a:ext>
                </a:extLst>
              </p14:cNvPr>
              <p14:cNvContentPartPr/>
              <p14:nvPr/>
            </p14:nvContentPartPr>
            <p14:xfrm>
              <a:off x="13136520" y="7863960"/>
              <a:ext cx="97560" cy="360"/>
            </p14:xfrm>
          </p:contentPart>
        </mc:Choice>
        <mc:Fallback>
          <p:pic>
            <p:nvPicPr>
              <p:cNvPr id="21" name="Ink 20">
                <a:extLst>
                  <a:ext uri="{FF2B5EF4-FFF2-40B4-BE49-F238E27FC236}">
                    <a16:creationId xmlns:a16="http://schemas.microsoft.com/office/drawing/2014/main" id="{346F8077-F099-5BDF-0ACF-0332859857C1}"/>
                  </a:ext>
                </a:extLst>
              </p:cNvPr>
              <p:cNvPicPr/>
              <p:nvPr/>
            </p:nvPicPr>
            <p:blipFill>
              <a:blip r:embed="rId26"/>
              <a:stretch>
                <a:fillRect/>
              </a:stretch>
            </p:blipFill>
            <p:spPr>
              <a:xfrm>
                <a:off x="13082520" y="7755960"/>
                <a:ext cx="2052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22" name="Ink 21">
                <a:extLst>
                  <a:ext uri="{FF2B5EF4-FFF2-40B4-BE49-F238E27FC236}">
                    <a16:creationId xmlns:a16="http://schemas.microsoft.com/office/drawing/2014/main" id="{219F0B20-F2AC-5568-17CE-C293C7EFD1F0}"/>
                  </a:ext>
                </a:extLst>
              </p14:cNvPr>
              <p14:cNvContentPartPr/>
              <p14:nvPr/>
            </p14:nvContentPartPr>
            <p14:xfrm>
              <a:off x="13365120" y="7863960"/>
              <a:ext cx="53640" cy="360"/>
            </p14:xfrm>
          </p:contentPart>
        </mc:Choice>
        <mc:Fallback>
          <p:pic>
            <p:nvPicPr>
              <p:cNvPr id="22" name="Ink 21">
                <a:extLst>
                  <a:ext uri="{FF2B5EF4-FFF2-40B4-BE49-F238E27FC236}">
                    <a16:creationId xmlns:a16="http://schemas.microsoft.com/office/drawing/2014/main" id="{219F0B20-F2AC-5568-17CE-C293C7EFD1F0}"/>
                  </a:ext>
                </a:extLst>
              </p:cNvPr>
              <p:cNvPicPr/>
              <p:nvPr/>
            </p:nvPicPr>
            <p:blipFill>
              <a:blip r:embed="rId28"/>
              <a:stretch>
                <a:fillRect/>
              </a:stretch>
            </p:blipFill>
            <p:spPr>
              <a:xfrm>
                <a:off x="13311480" y="7755960"/>
                <a:ext cx="16128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23" name="Ink 22">
                <a:extLst>
                  <a:ext uri="{FF2B5EF4-FFF2-40B4-BE49-F238E27FC236}">
                    <a16:creationId xmlns:a16="http://schemas.microsoft.com/office/drawing/2014/main" id="{65C90E03-0C7A-9FCD-0863-9DCF7D2420B3}"/>
                  </a:ext>
                </a:extLst>
              </p14:cNvPr>
              <p14:cNvContentPartPr/>
              <p14:nvPr/>
            </p14:nvContentPartPr>
            <p14:xfrm>
              <a:off x="13502280" y="7863960"/>
              <a:ext cx="6480" cy="360"/>
            </p14:xfrm>
          </p:contentPart>
        </mc:Choice>
        <mc:Fallback>
          <p:pic>
            <p:nvPicPr>
              <p:cNvPr id="23" name="Ink 22">
                <a:extLst>
                  <a:ext uri="{FF2B5EF4-FFF2-40B4-BE49-F238E27FC236}">
                    <a16:creationId xmlns:a16="http://schemas.microsoft.com/office/drawing/2014/main" id="{65C90E03-0C7A-9FCD-0863-9DCF7D2420B3}"/>
                  </a:ext>
                </a:extLst>
              </p:cNvPr>
              <p:cNvPicPr/>
              <p:nvPr/>
            </p:nvPicPr>
            <p:blipFill>
              <a:blip r:embed="rId11"/>
              <a:stretch>
                <a:fillRect/>
              </a:stretch>
            </p:blipFill>
            <p:spPr>
              <a:xfrm>
                <a:off x="13448280" y="7755960"/>
                <a:ext cx="1141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4" name="Ink 23">
                <a:extLst>
                  <a:ext uri="{FF2B5EF4-FFF2-40B4-BE49-F238E27FC236}">
                    <a16:creationId xmlns:a16="http://schemas.microsoft.com/office/drawing/2014/main" id="{6423CEAA-6699-5557-FEC7-AF6CCED90E34}"/>
                  </a:ext>
                </a:extLst>
              </p14:cNvPr>
              <p14:cNvContentPartPr/>
              <p14:nvPr/>
            </p14:nvContentPartPr>
            <p14:xfrm>
              <a:off x="13624320" y="7863960"/>
              <a:ext cx="53280" cy="360"/>
            </p14:xfrm>
          </p:contentPart>
        </mc:Choice>
        <mc:Fallback>
          <p:pic>
            <p:nvPicPr>
              <p:cNvPr id="24" name="Ink 23">
                <a:extLst>
                  <a:ext uri="{FF2B5EF4-FFF2-40B4-BE49-F238E27FC236}">
                    <a16:creationId xmlns:a16="http://schemas.microsoft.com/office/drawing/2014/main" id="{6423CEAA-6699-5557-FEC7-AF6CCED90E34}"/>
                  </a:ext>
                </a:extLst>
              </p:cNvPr>
              <p:cNvPicPr/>
              <p:nvPr/>
            </p:nvPicPr>
            <p:blipFill>
              <a:blip r:embed="rId28"/>
              <a:stretch>
                <a:fillRect/>
              </a:stretch>
            </p:blipFill>
            <p:spPr>
              <a:xfrm>
                <a:off x="13570680" y="7755960"/>
                <a:ext cx="1609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5" name="Ink 24">
                <a:extLst>
                  <a:ext uri="{FF2B5EF4-FFF2-40B4-BE49-F238E27FC236}">
                    <a16:creationId xmlns:a16="http://schemas.microsoft.com/office/drawing/2014/main" id="{9EE56B9C-1A04-BE11-7CA6-DC9547E5A8B4}"/>
                  </a:ext>
                </a:extLst>
              </p14:cNvPr>
              <p14:cNvContentPartPr/>
              <p14:nvPr/>
            </p14:nvContentPartPr>
            <p14:xfrm>
              <a:off x="13730880" y="7863960"/>
              <a:ext cx="360" cy="360"/>
            </p14:xfrm>
          </p:contentPart>
        </mc:Choice>
        <mc:Fallback>
          <p:pic>
            <p:nvPicPr>
              <p:cNvPr id="25" name="Ink 24">
                <a:extLst>
                  <a:ext uri="{FF2B5EF4-FFF2-40B4-BE49-F238E27FC236}">
                    <a16:creationId xmlns:a16="http://schemas.microsoft.com/office/drawing/2014/main" id="{9EE56B9C-1A04-BE11-7CA6-DC9547E5A8B4}"/>
                  </a:ext>
                </a:extLst>
              </p:cNvPr>
              <p:cNvPicPr/>
              <p:nvPr/>
            </p:nvPicPr>
            <p:blipFill>
              <a:blip r:embed="rId9"/>
              <a:stretch>
                <a:fillRect/>
              </a:stretch>
            </p:blipFill>
            <p:spPr>
              <a:xfrm>
                <a:off x="13677240" y="775596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6" name="Ink 25">
                <a:extLst>
                  <a:ext uri="{FF2B5EF4-FFF2-40B4-BE49-F238E27FC236}">
                    <a16:creationId xmlns:a16="http://schemas.microsoft.com/office/drawing/2014/main" id="{3D5097C2-4563-AF45-F6F0-A4B2E7C3C58E}"/>
                  </a:ext>
                </a:extLst>
              </p14:cNvPr>
              <p14:cNvContentPartPr/>
              <p14:nvPr/>
            </p14:nvContentPartPr>
            <p14:xfrm>
              <a:off x="13598400" y="7863960"/>
              <a:ext cx="72000" cy="360"/>
            </p14:xfrm>
          </p:contentPart>
        </mc:Choice>
        <mc:Fallback>
          <p:pic>
            <p:nvPicPr>
              <p:cNvPr id="26" name="Ink 25">
                <a:extLst>
                  <a:ext uri="{FF2B5EF4-FFF2-40B4-BE49-F238E27FC236}">
                    <a16:creationId xmlns:a16="http://schemas.microsoft.com/office/drawing/2014/main" id="{3D5097C2-4563-AF45-F6F0-A4B2E7C3C58E}"/>
                  </a:ext>
                </a:extLst>
              </p:cNvPr>
              <p:cNvPicPr/>
              <p:nvPr/>
            </p:nvPicPr>
            <p:blipFill>
              <a:blip r:embed="rId33"/>
              <a:stretch>
                <a:fillRect/>
              </a:stretch>
            </p:blipFill>
            <p:spPr>
              <a:xfrm>
                <a:off x="13544400" y="7755960"/>
                <a:ext cx="17964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7" name="Ink 26">
                <a:extLst>
                  <a:ext uri="{FF2B5EF4-FFF2-40B4-BE49-F238E27FC236}">
                    <a16:creationId xmlns:a16="http://schemas.microsoft.com/office/drawing/2014/main" id="{5D3A0838-B0D1-7738-05EA-4C2231D52838}"/>
                  </a:ext>
                </a:extLst>
              </p14:cNvPr>
              <p14:cNvContentPartPr/>
              <p14:nvPr/>
            </p14:nvContentPartPr>
            <p14:xfrm>
              <a:off x="13384200" y="7839120"/>
              <a:ext cx="87840" cy="9360"/>
            </p14:xfrm>
          </p:contentPart>
        </mc:Choice>
        <mc:Fallback>
          <p:pic>
            <p:nvPicPr>
              <p:cNvPr id="27" name="Ink 26">
                <a:extLst>
                  <a:ext uri="{FF2B5EF4-FFF2-40B4-BE49-F238E27FC236}">
                    <a16:creationId xmlns:a16="http://schemas.microsoft.com/office/drawing/2014/main" id="{5D3A0838-B0D1-7738-05EA-4C2231D52838}"/>
                  </a:ext>
                </a:extLst>
              </p:cNvPr>
              <p:cNvPicPr/>
              <p:nvPr/>
            </p:nvPicPr>
            <p:blipFill>
              <a:blip r:embed="rId35"/>
              <a:stretch>
                <a:fillRect/>
              </a:stretch>
            </p:blipFill>
            <p:spPr>
              <a:xfrm>
                <a:off x="13330560" y="7731120"/>
                <a:ext cx="195480" cy="22500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8" name="Ink 27">
                <a:extLst>
                  <a:ext uri="{FF2B5EF4-FFF2-40B4-BE49-F238E27FC236}">
                    <a16:creationId xmlns:a16="http://schemas.microsoft.com/office/drawing/2014/main" id="{BF1AB6AA-5813-ECEB-CECB-EA07CA097688}"/>
                  </a:ext>
                </a:extLst>
              </p14:cNvPr>
              <p14:cNvContentPartPr/>
              <p14:nvPr/>
            </p14:nvContentPartPr>
            <p14:xfrm>
              <a:off x="13325520" y="7827240"/>
              <a:ext cx="9360" cy="6480"/>
            </p14:xfrm>
          </p:contentPart>
        </mc:Choice>
        <mc:Fallback>
          <p:pic>
            <p:nvPicPr>
              <p:cNvPr id="28" name="Ink 27">
                <a:extLst>
                  <a:ext uri="{FF2B5EF4-FFF2-40B4-BE49-F238E27FC236}">
                    <a16:creationId xmlns:a16="http://schemas.microsoft.com/office/drawing/2014/main" id="{BF1AB6AA-5813-ECEB-CECB-EA07CA097688}"/>
                  </a:ext>
                </a:extLst>
              </p:cNvPr>
              <p:cNvPicPr/>
              <p:nvPr/>
            </p:nvPicPr>
            <p:blipFill>
              <a:blip r:embed="rId37"/>
              <a:stretch>
                <a:fillRect/>
              </a:stretch>
            </p:blipFill>
            <p:spPr>
              <a:xfrm>
                <a:off x="13271520" y="7719240"/>
                <a:ext cx="117000" cy="22212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9" name="Ink 28">
                <a:extLst>
                  <a:ext uri="{FF2B5EF4-FFF2-40B4-BE49-F238E27FC236}">
                    <a16:creationId xmlns:a16="http://schemas.microsoft.com/office/drawing/2014/main" id="{BFFB1D28-F0F0-92AA-A216-C54ECA593345}"/>
                  </a:ext>
                </a:extLst>
              </p14:cNvPr>
              <p14:cNvContentPartPr/>
              <p14:nvPr/>
            </p14:nvContentPartPr>
            <p14:xfrm>
              <a:off x="13365120" y="7817880"/>
              <a:ext cx="349200" cy="360"/>
            </p14:xfrm>
          </p:contentPart>
        </mc:Choice>
        <mc:Fallback>
          <p:pic>
            <p:nvPicPr>
              <p:cNvPr id="29" name="Ink 28">
                <a:extLst>
                  <a:ext uri="{FF2B5EF4-FFF2-40B4-BE49-F238E27FC236}">
                    <a16:creationId xmlns:a16="http://schemas.microsoft.com/office/drawing/2014/main" id="{BFFB1D28-F0F0-92AA-A216-C54ECA593345}"/>
                  </a:ext>
                </a:extLst>
              </p:cNvPr>
              <p:cNvPicPr/>
              <p:nvPr/>
            </p:nvPicPr>
            <p:blipFill>
              <a:blip r:embed="rId39"/>
              <a:stretch>
                <a:fillRect/>
              </a:stretch>
            </p:blipFill>
            <p:spPr>
              <a:xfrm>
                <a:off x="13311480" y="7709880"/>
                <a:ext cx="45684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30" name="Ink 29">
                <a:extLst>
                  <a:ext uri="{FF2B5EF4-FFF2-40B4-BE49-F238E27FC236}">
                    <a16:creationId xmlns:a16="http://schemas.microsoft.com/office/drawing/2014/main" id="{38949D44-D258-EF45-F383-B2D0FD53F038}"/>
                  </a:ext>
                </a:extLst>
              </p14:cNvPr>
              <p14:cNvContentPartPr/>
              <p14:nvPr/>
            </p14:nvContentPartPr>
            <p14:xfrm>
              <a:off x="13914120" y="7833360"/>
              <a:ext cx="41400" cy="360"/>
            </p14:xfrm>
          </p:contentPart>
        </mc:Choice>
        <mc:Fallback>
          <p:pic>
            <p:nvPicPr>
              <p:cNvPr id="30" name="Ink 29">
                <a:extLst>
                  <a:ext uri="{FF2B5EF4-FFF2-40B4-BE49-F238E27FC236}">
                    <a16:creationId xmlns:a16="http://schemas.microsoft.com/office/drawing/2014/main" id="{38949D44-D258-EF45-F383-B2D0FD53F038}"/>
                  </a:ext>
                </a:extLst>
              </p:cNvPr>
              <p:cNvPicPr/>
              <p:nvPr/>
            </p:nvPicPr>
            <p:blipFill>
              <a:blip r:embed="rId16"/>
              <a:stretch>
                <a:fillRect/>
              </a:stretch>
            </p:blipFill>
            <p:spPr>
              <a:xfrm>
                <a:off x="13860120" y="7725360"/>
                <a:ext cx="14904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31" name="Ink 30">
                <a:extLst>
                  <a:ext uri="{FF2B5EF4-FFF2-40B4-BE49-F238E27FC236}">
                    <a16:creationId xmlns:a16="http://schemas.microsoft.com/office/drawing/2014/main" id="{AB48B4C7-99AB-2D54-079A-F24E2F3D60BD}"/>
                  </a:ext>
                </a:extLst>
              </p14:cNvPr>
              <p14:cNvContentPartPr/>
              <p14:nvPr/>
            </p14:nvContentPartPr>
            <p14:xfrm>
              <a:off x="14127240" y="7848120"/>
              <a:ext cx="88200" cy="360"/>
            </p14:xfrm>
          </p:contentPart>
        </mc:Choice>
        <mc:Fallback>
          <p:pic>
            <p:nvPicPr>
              <p:cNvPr id="31" name="Ink 30">
                <a:extLst>
                  <a:ext uri="{FF2B5EF4-FFF2-40B4-BE49-F238E27FC236}">
                    <a16:creationId xmlns:a16="http://schemas.microsoft.com/office/drawing/2014/main" id="{AB48B4C7-99AB-2D54-079A-F24E2F3D60BD}"/>
                  </a:ext>
                </a:extLst>
              </p:cNvPr>
              <p:cNvPicPr/>
              <p:nvPr/>
            </p:nvPicPr>
            <p:blipFill>
              <a:blip r:embed="rId42"/>
              <a:stretch>
                <a:fillRect/>
              </a:stretch>
            </p:blipFill>
            <p:spPr>
              <a:xfrm>
                <a:off x="14073240" y="7740480"/>
                <a:ext cx="19584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32" name="Ink 31">
                <a:extLst>
                  <a:ext uri="{FF2B5EF4-FFF2-40B4-BE49-F238E27FC236}">
                    <a16:creationId xmlns:a16="http://schemas.microsoft.com/office/drawing/2014/main" id="{2A430E57-C582-3CFC-922C-6639C5572816}"/>
                  </a:ext>
                </a:extLst>
              </p14:cNvPr>
              <p14:cNvContentPartPr/>
              <p14:nvPr/>
            </p14:nvContentPartPr>
            <p14:xfrm>
              <a:off x="14325240" y="7848120"/>
              <a:ext cx="47160" cy="24840"/>
            </p14:xfrm>
          </p:contentPart>
        </mc:Choice>
        <mc:Fallback>
          <p:pic>
            <p:nvPicPr>
              <p:cNvPr id="32" name="Ink 31">
                <a:extLst>
                  <a:ext uri="{FF2B5EF4-FFF2-40B4-BE49-F238E27FC236}">
                    <a16:creationId xmlns:a16="http://schemas.microsoft.com/office/drawing/2014/main" id="{2A430E57-C582-3CFC-922C-6639C5572816}"/>
                  </a:ext>
                </a:extLst>
              </p:cNvPr>
              <p:cNvPicPr/>
              <p:nvPr/>
            </p:nvPicPr>
            <p:blipFill>
              <a:blip r:embed="rId44"/>
              <a:stretch>
                <a:fillRect/>
              </a:stretch>
            </p:blipFill>
            <p:spPr>
              <a:xfrm>
                <a:off x="14271600" y="7740480"/>
                <a:ext cx="154800" cy="24048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33" name="Ink 32">
                <a:extLst>
                  <a:ext uri="{FF2B5EF4-FFF2-40B4-BE49-F238E27FC236}">
                    <a16:creationId xmlns:a16="http://schemas.microsoft.com/office/drawing/2014/main" id="{FE1F7981-1918-0AE6-9B5D-A79231C70F99}"/>
                  </a:ext>
                </a:extLst>
              </p14:cNvPr>
              <p14:cNvContentPartPr/>
              <p14:nvPr/>
            </p14:nvContentPartPr>
            <p14:xfrm>
              <a:off x="14401560" y="7909320"/>
              <a:ext cx="27360" cy="41760"/>
            </p14:xfrm>
          </p:contentPart>
        </mc:Choice>
        <mc:Fallback>
          <p:pic>
            <p:nvPicPr>
              <p:cNvPr id="33" name="Ink 32">
                <a:extLst>
                  <a:ext uri="{FF2B5EF4-FFF2-40B4-BE49-F238E27FC236}">
                    <a16:creationId xmlns:a16="http://schemas.microsoft.com/office/drawing/2014/main" id="{FE1F7981-1918-0AE6-9B5D-A79231C70F99}"/>
                  </a:ext>
                </a:extLst>
              </p:cNvPr>
              <p:cNvPicPr/>
              <p:nvPr/>
            </p:nvPicPr>
            <p:blipFill>
              <a:blip r:embed="rId46"/>
              <a:stretch>
                <a:fillRect/>
              </a:stretch>
            </p:blipFill>
            <p:spPr>
              <a:xfrm>
                <a:off x="14347560" y="7801320"/>
                <a:ext cx="135000" cy="25740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34" name="Ink 33">
                <a:extLst>
                  <a:ext uri="{FF2B5EF4-FFF2-40B4-BE49-F238E27FC236}">
                    <a16:creationId xmlns:a16="http://schemas.microsoft.com/office/drawing/2014/main" id="{E411DAA3-DD80-553D-F8E9-EB7B070E2B07}"/>
                  </a:ext>
                </a:extLst>
              </p14:cNvPr>
              <p14:cNvContentPartPr/>
              <p14:nvPr/>
            </p14:nvContentPartPr>
            <p14:xfrm>
              <a:off x="14477880" y="8015880"/>
              <a:ext cx="6120" cy="360"/>
            </p14:xfrm>
          </p:contentPart>
        </mc:Choice>
        <mc:Fallback>
          <p:pic>
            <p:nvPicPr>
              <p:cNvPr id="34" name="Ink 33">
                <a:extLst>
                  <a:ext uri="{FF2B5EF4-FFF2-40B4-BE49-F238E27FC236}">
                    <a16:creationId xmlns:a16="http://schemas.microsoft.com/office/drawing/2014/main" id="{E411DAA3-DD80-553D-F8E9-EB7B070E2B07}"/>
                  </a:ext>
                </a:extLst>
              </p:cNvPr>
              <p:cNvPicPr/>
              <p:nvPr/>
            </p:nvPicPr>
            <p:blipFill>
              <a:blip r:embed="rId11"/>
              <a:stretch>
                <a:fillRect/>
              </a:stretch>
            </p:blipFill>
            <p:spPr>
              <a:xfrm>
                <a:off x="14424240" y="7907880"/>
                <a:ext cx="1137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5" name="Ink 34">
                <a:extLst>
                  <a:ext uri="{FF2B5EF4-FFF2-40B4-BE49-F238E27FC236}">
                    <a16:creationId xmlns:a16="http://schemas.microsoft.com/office/drawing/2014/main" id="{3434AE67-EAEF-0FFF-BAFD-68B2A59CFB79}"/>
                  </a:ext>
                </a:extLst>
              </p14:cNvPr>
              <p14:cNvContentPartPr/>
              <p14:nvPr/>
            </p14:nvContentPartPr>
            <p14:xfrm>
              <a:off x="14268360" y="8015880"/>
              <a:ext cx="102960" cy="360"/>
            </p14:xfrm>
          </p:contentPart>
        </mc:Choice>
        <mc:Fallback>
          <p:pic>
            <p:nvPicPr>
              <p:cNvPr id="35" name="Ink 34">
                <a:extLst>
                  <a:ext uri="{FF2B5EF4-FFF2-40B4-BE49-F238E27FC236}">
                    <a16:creationId xmlns:a16="http://schemas.microsoft.com/office/drawing/2014/main" id="{3434AE67-EAEF-0FFF-BAFD-68B2A59CFB79}"/>
                  </a:ext>
                </a:extLst>
              </p:cNvPr>
              <p:cNvPicPr/>
              <p:nvPr/>
            </p:nvPicPr>
            <p:blipFill>
              <a:blip r:embed="rId49"/>
              <a:stretch>
                <a:fillRect/>
              </a:stretch>
            </p:blipFill>
            <p:spPr>
              <a:xfrm>
                <a:off x="14214720" y="7907880"/>
                <a:ext cx="2106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6" name="Ink 35">
                <a:extLst>
                  <a:ext uri="{FF2B5EF4-FFF2-40B4-BE49-F238E27FC236}">
                    <a16:creationId xmlns:a16="http://schemas.microsoft.com/office/drawing/2014/main" id="{FA1083A2-9480-DF99-2247-C1D3A244E40D}"/>
                  </a:ext>
                </a:extLst>
              </p14:cNvPr>
              <p14:cNvContentPartPr/>
              <p14:nvPr/>
            </p14:nvContentPartPr>
            <p14:xfrm>
              <a:off x="14085480" y="7985640"/>
              <a:ext cx="57600" cy="15840"/>
            </p14:xfrm>
          </p:contentPart>
        </mc:Choice>
        <mc:Fallback>
          <p:pic>
            <p:nvPicPr>
              <p:cNvPr id="36" name="Ink 35">
                <a:extLst>
                  <a:ext uri="{FF2B5EF4-FFF2-40B4-BE49-F238E27FC236}">
                    <a16:creationId xmlns:a16="http://schemas.microsoft.com/office/drawing/2014/main" id="{FA1083A2-9480-DF99-2247-C1D3A244E40D}"/>
                  </a:ext>
                </a:extLst>
              </p:cNvPr>
              <p:cNvPicPr/>
              <p:nvPr/>
            </p:nvPicPr>
            <p:blipFill>
              <a:blip r:embed="rId51"/>
              <a:stretch>
                <a:fillRect/>
              </a:stretch>
            </p:blipFill>
            <p:spPr>
              <a:xfrm>
                <a:off x="14031840" y="7877640"/>
                <a:ext cx="165240" cy="23148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7" name="Ink 36">
                <a:extLst>
                  <a:ext uri="{FF2B5EF4-FFF2-40B4-BE49-F238E27FC236}">
                    <a16:creationId xmlns:a16="http://schemas.microsoft.com/office/drawing/2014/main" id="{7698DDF8-9BC3-53B8-ECD3-75544B373A70}"/>
                  </a:ext>
                </a:extLst>
              </p14:cNvPr>
              <p14:cNvContentPartPr/>
              <p14:nvPr/>
            </p14:nvContentPartPr>
            <p14:xfrm>
              <a:off x="13834200" y="7969800"/>
              <a:ext cx="95040" cy="15840"/>
            </p14:xfrm>
          </p:contentPart>
        </mc:Choice>
        <mc:Fallback>
          <p:pic>
            <p:nvPicPr>
              <p:cNvPr id="37" name="Ink 36">
                <a:extLst>
                  <a:ext uri="{FF2B5EF4-FFF2-40B4-BE49-F238E27FC236}">
                    <a16:creationId xmlns:a16="http://schemas.microsoft.com/office/drawing/2014/main" id="{7698DDF8-9BC3-53B8-ECD3-75544B373A70}"/>
                  </a:ext>
                </a:extLst>
              </p:cNvPr>
              <p:cNvPicPr/>
              <p:nvPr/>
            </p:nvPicPr>
            <p:blipFill>
              <a:blip r:embed="rId53"/>
              <a:stretch>
                <a:fillRect/>
              </a:stretch>
            </p:blipFill>
            <p:spPr>
              <a:xfrm>
                <a:off x="13780560" y="7862160"/>
                <a:ext cx="202680" cy="23148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8" name="Ink 37">
                <a:extLst>
                  <a:ext uri="{FF2B5EF4-FFF2-40B4-BE49-F238E27FC236}">
                    <a16:creationId xmlns:a16="http://schemas.microsoft.com/office/drawing/2014/main" id="{934C50E7-8F72-F595-E69E-8EBFC1AE0B97}"/>
                  </a:ext>
                </a:extLst>
              </p14:cNvPr>
              <p14:cNvContentPartPr/>
              <p14:nvPr/>
            </p14:nvContentPartPr>
            <p14:xfrm>
              <a:off x="13598400" y="7970520"/>
              <a:ext cx="72000" cy="360"/>
            </p14:xfrm>
          </p:contentPart>
        </mc:Choice>
        <mc:Fallback>
          <p:pic>
            <p:nvPicPr>
              <p:cNvPr id="38" name="Ink 37">
                <a:extLst>
                  <a:ext uri="{FF2B5EF4-FFF2-40B4-BE49-F238E27FC236}">
                    <a16:creationId xmlns:a16="http://schemas.microsoft.com/office/drawing/2014/main" id="{934C50E7-8F72-F595-E69E-8EBFC1AE0B97}"/>
                  </a:ext>
                </a:extLst>
              </p:cNvPr>
              <p:cNvPicPr/>
              <p:nvPr/>
            </p:nvPicPr>
            <p:blipFill>
              <a:blip r:embed="rId33"/>
              <a:stretch>
                <a:fillRect/>
              </a:stretch>
            </p:blipFill>
            <p:spPr>
              <a:xfrm>
                <a:off x="13544400" y="7862520"/>
                <a:ext cx="17964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39" name="Ink 38">
                <a:extLst>
                  <a:ext uri="{FF2B5EF4-FFF2-40B4-BE49-F238E27FC236}">
                    <a16:creationId xmlns:a16="http://schemas.microsoft.com/office/drawing/2014/main" id="{27B3DD1B-6C03-551D-79E2-B085072F4959}"/>
                  </a:ext>
                </a:extLst>
              </p14:cNvPr>
              <p14:cNvContentPartPr/>
              <p14:nvPr/>
            </p14:nvContentPartPr>
            <p14:xfrm>
              <a:off x="13578960" y="7970520"/>
              <a:ext cx="135360" cy="360"/>
            </p14:xfrm>
          </p:contentPart>
        </mc:Choice>
        <mc:Fallback>
          <p:pic>
            <p:nvPicPr>
              <p:cNvPr id="39" name="Ink 38">
                <a:extLst>
                  <a:ext uri="{FF2B5EF4-FFF2-40B4-BE49-F238E27FC236}">
                    <a16:creationId xmlns:a16="http://schemas.microsoft.com/office/drawing/2014/main" id="{27B3DD1B-6C03-551D-79E2-B085072F4959}"/>
                  </a:ext>
                </a:extLst>
              </p:cNvPr>
              <p:cNvPicPr/>
              <p:nvPr/>
            </p:nvPicPr>
            <p:blipFill>
              <a:blip r:embed="rId56"/>
              <a:stretch>
                <a:fillRect/>
              </a:stretch>
            </p:blipFill>
            <p:spPr>
              <a:xfrm>
                <a:off x="13524960" y="7862520"/>
                <a:ext cx="243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40" name="Ink 39">
                <a:extLst>
                  <a:ext uri="{FF2B5EF4-FFF2-40B4-BE49-F238E27FC236}">
                    <a16:creationId xmlns:a16="http://schemas.microsoft.com/office/drawing/2014/main" id="{02E095E0-3B8A-6020-6E10-14F1158AB1BF}"/>
                  </a:ext>
                </a:extLst>
              </p14:cNvPr>
              <p14:cNvContentPartPr/>
              <p14:nvPr/>
            </p14:nvContentPartPr>
            <p14:xfrm>
              <a:off x="14157840" y="7985280"/>
              <a:ext cx="56520" cy="360"/>
            </p14:xfrm>
          </p:contentPart>
        </mc:Choice>
        <mc:Fallback>
          <p:pic>
            <p:nvPicPr>
              <p:cNvPr id="40" name="Ink 39">
                <a:extLst>
                  <a:ext uri="{FF2B5EF4-FFF2-40B4-BE49-F238E27FC236}">
                    <a16:creationId xmlns:a16="http://schemas.microsoft.com/office/drawing/2014/main" id="{02E095E0-3B8A-6020-6E10-14F1158AB1BF}"/>
                  </a:ext>
                </a:extLst>
              </p:cNvPr>
              <p:cNvPicPr/>
              <p:nvPr/>
            </p:nvPicPr>
            <p:blipFill>
              <a:blip r:embed="rId28"/>
              <a:stretch>
                <a:fillRect/>
              </a:stretch>
            </p:blipFill>
            <p:spPr>
              <a:xfrm>
                <a:off x="14103840" y="7877640"/>
                <a:ext cx="1641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41" name="Ink 40">
                <a:extLst>
                  <a:ext uri="{FF2B5EF4-FFF2-40B4-BE49-F238E27FC236}">
                    <a16:creationId xmlns:a16="http://schemas.microsoft.com/office/drawing/2014/main" id="{98830D89-7868-C4B7-D648-D24ACF27ED9D}"/>
                  </a:ext>
                </a:extLst>
              </p14:cNvPr>
              <p14:cNvContentPartPr/>
              <p14:nvPr/>
            </p14:nvContentPartPr>
            <p14:xfrm>
              <a:off x="14310480" y="8000760"/>
              <a:ext cx="15840" cy="360"/>
            </p14:xfrm>
          </p:contentPart>
        </mc:Choice>
        <mc:Fallback>
          <p:pic>
            <p:nvPicPr>
              <p:cNvPr id="41" name="Ink 40">
                <a:extLst>
                  <a:ext uri="{FF2B5EF4-FFF2-40B4-BE49-F238E27FC236}">
                    <a16:creationId xmlns:a16="http://schemas.microsoft.com/office/drawing/2014/main" id="{98830D89-7868-C4B7-D648-D24ACF27ED9D}"/>
                  </a:ext>
                </a:extLst>
              </p:cNvPr>
              <p:cNvPicPr/>
              <p:nvPr/>
            </p:nvPicPr>
            <p:blipFill>
              <a:blip r:embed="rId59"/>
              <a:stretch>
                <a:fillRect/>
              </a:stretch>
            </p:blipFill>
            <p:spPr>
              <a:xfrm>
                <a:off x="14256480" y="7893120"/>
                <a:ext cx="12348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42" name="Ink 41">
                <a:extLst>
                  <a:ext uri="{FF2B5EF4-FFF2-40B4-BE49-F238E27FC236}">
                    <a16:creationId xmlns:a16="http://schemas.microsoft.com/office/drawing/2014/main" id="{7915893C-EF40-120F-4BC2-80E4493D7140}"/>
                  </a:ext>
                </a:extLst>
              </p14:cNvPr>
              <p14:cNvContentPartPr/>
              <p14:nvPr/>
            </p14:nvContentPartPr>
            <p14:xfrm>
              <a:off x="14238840" y="8015880"/>
              <a:ext cx="56520" cy="360"/>
            </p14:xfrm>
          </p:contentPart>
        </mc:Choice>
        <mc:Fallback>
          <p:pic>
            <p:nvPicPr>
              <p:cNvPr id="42" name="Ink 41">
                <a:extLst>
                  <a:ext uri="{FF2B5EF4-FFF2-40B4-BE49-F238E27FC236}">
                    <a16:creationId xmlns:a16="http://schemas.microsoft.com/office/drawing/2014/main" id="{7915893C-EF40-120F-4BC2-80E4493D7140}"/>
                  </a:ext>
                </a:extLst>
              </p:cNvPr>
              <p:cNvPicPr/>
              <p:nvPr/>
            </p:nvPicPr>
            <p:blipFill>
              <a:blip r:embed="rId28"/>
              <a:stretch>
                <a:fillRect/>
              </a:stretch>
            </p:blipFill>
            <p:spPr>
              <a:xfrm>
                <a:off x="14184840" y="7907880"/>
                <a:ext cx="1641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43" name="Ink 42">
                <a:extLst>
                  <a:ext uri="{FF2B5EF4-FFF2-40B4-BE49-F238E27FC236}">
                    <a16:creationId xmlns:a16="http://schemas.microsoft.com/office/drawing/2014/main" id="{65ACD884-7F44-18C2-8988-5785E631CB46}"/>
                  </a:ext>
                </a:extLst>
              </p14:cNvPr>
              <p14:cNvContentPartPr/>
              <p14:nvPr/>
            </p14:nvContentPartPr>
            <p14:xfrm>
              <a:off x="13901880" y="8025240"/>
              <a:ext cx="103680" cy="6480"/>
            </p14:xfrm>
          </p:contentPart>
        </mc:Choice>
        <mc:Fallback>
          <p:pic>
            <p:nvPicPr>
              <p:cNvPr id="43" name="Ink 42">
                <a:extLst>
                  <a:ext uri="{FF2B5EF4-FFF2-40B4-BE49-F238E27FC236}">
                    <a16:creationId xmlns:a16="http://schemas.microsoft.com/office/drawing/2014/main" id="{65ACD884-7F44-18C2-8988-5785E631CB46}"/>
                  </a:ext>
                </a:extLst>
              </p:cNvPr>
              <p:cNvPicPr/>
              <p:nvPr/>
            </p:nvPicPr>
            <p:blipFill>
              <a:blip r:embed="rId62"/>
              <a:stretch>
                <a:fillRect/>
              </a:stretch>
            </p:blipFill>
            <p:spPr>
              <a:xfrm>
                <a:off x="13847880" y="7917600"/>
                <a:ext cx="211320" cy="22212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44" name="Ink 43">
                <a:extLst>
                  <a:ext uri="{FF2B5EF4-FFF2-40B4-BE49-F238E27FC236}">
                    <a16:creationId xmlns:a16="http://schemas.microsoft.com/office/drawing/2014/main" id="{EE716EE0-CAA9-227C-8140-6CC11B8766CC}"/>
                  </a:ext>
                </a:extLst>
              </p14:cNvPr>
              <p14:cNvContentPartPr/>
              <p14:nvPr/>
            </p14:nvContentPartPr>
            <p14:xfrm>
              <a:off x="13608480" y="8000400"/>
              <a:ext cx="153360" cy="15840"/>
            </p14:xfrm>
          </p:contentPart>
        </mc:Choice>
        <mc:Fallback>
          <p:pic>
            <p:nvPicPr>
              <p:cNvPr id="44" name="Ink 43">
                <a:extLst>
                  <a:ext uri="{FF2B5EF4-FFF2-40B4-BE49-F238E27FC236}">
                    <a16:creationId xmlns:a16="http://schemas.microsoft.com/office/drawing/2014/main" id="{EE716EE0-CAA9-227C-8140-6CC11B8766CC}"/>
                  </a:ext>
                </a:extLst>
              </p:cNvPr>
              <p:cNvPicPr/>
              <p:nvPr/>
            </p:nvPicPr>
            <p:blipFill>
              <a:blip r:embed="rId64"/>
              <a:stretch>
                <a:fillRect/>
              </a:stretch>
            </p:blipFill>
            <p:spPr>
              <a:xfrm>
                <a:off x="13554840" y="7892760"/>
                <a:ext cx="261000" cy="23148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45" name="Ink 44">
                <a:extLst>
                  <a:ext uri="{FF2B5EF4-FFF2-40B4-BE49-F238E27FC236}">
                    <a16:creationId xmlns:a16="http://schemas.microsoft.com/office/drawing/2014/main" id="{7CD409F0-8F9B-D82D-F3EE-20377C76AD16}"/>
                  </a:ext>
                </a:extLst>
              </p14:cNvPr>
              <p14:cNvContentPartPr/>
              <p14:nvPr/>
            </p14:nvContentPartPr>
            <p14:xfrm>
              <a:off x="13395720" y="8000760"/>
              <a:ext cx="6480" cy="360"/>
            </p14:xfrm>
          </p:contentPart>
        </mc:Choice>
        <mc:Fallback>
          <p:pic>
            <p:nvPicPr>
              <p:cNvPr id="45" name="Ink 44">
                <a:extLst>
                  <a:ext uri="{FF2B5EF4-FFF2-40B4-BE49-F238E27FC236}">
                    <a16:creationId xmlns:a16="http://schemas.microsoft.com/office/drawing/2014/main" id="{7CD409F0-8F9B-D82D-F3EE-20377C76AD16}"/>
                  </a:ext>
                </a:extLst>
              </p:cNvPr>
              <p:cNvPicPr/>
              <p:nvPr/>
            </p:nvPicPr>
            <p:blipFill>
              <a:blip r:embed="rId11"/>
              <a:stretch>
                <a:fillRect/>
              </a:stretch>
            </p:blipFill>
            <p:spPr>
              <a:xfrm>
                <a:off x="13341720" y="7893120"/>
                <a:ext cx="1141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46" name="Ink 45">
                <a:extLst>
                  <a:ext uri="{FF2B5EF4-FFF2-40B4-BE49-F238E27FC236}">
                    <a16:creationId xmlns:a16="http://schemas.microsoft.com/office/drawing/2014/main" id="{12DF4F74-60D4-F074-FE50-C7DEF7041A40}"/>
                  </a:ext>
                </a:extLst>
              </p14:cNvPr>
              <p14:cNvContentPartPr/>
              <p14:nvPr/>
            </p14:nvContentPartPr>
            <p14:xfrm>
              <a:off x="13593720" y="8000760"/>
              <a:ext cx="204840" cy="360"/>
            </p14:xfrm>
          </p:contentPart>
        </mc:Choice>
        <mc:Fallback>
          <p:pic>
            <p:nvPicPr>
              <p:cNvPr id="46" name="Ink 45">
                <a:extLst>
                  <a:ext uri="{FF2B5EF4-FFF2-40B4-BE49-F238E27FC236}">
                    <a16:creationId xmlns:a16="http://schemas.microsoft.com/office/drawing/2014/main" id="{12DF4F74-60D4-F074-FE50-C7DEF7041A40}"/>
                  </a:ext>
                </a:extLst>
              </p:cNvPr>
              <p:cNvPicPr/>
              <p:nvPr/>
            </p:nvPicPr>
            <p:blipFill>
              <a:blip r:embed="rId67"/>
              <a:stretch>
                <a:fillRect/>
              </a:stretch>
            </p:blipFill>
            <p:spPr>
              <a:xfrm>
                <a:off x="13540080" y="7893120"/>
                <a:ext cx="31248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7" name="Ink 46">
                <a:extLst>
                  <a:ext uri="{FF2B5EF4-FFF2-40B4-BE49-F238E27FC236}">
                    <a16:creationId xmlns:a16="http://schemas.microsoft.com/office/drawing/2014/main" id="{56F79CC0-56D6-F8BD-5466-DE55F036EFFA}"/>
                  </a:ext>
                </a:extLst>
              </p14:cNvPr>
              <p14:cNvContentPartPr/>
              <p14:nvPr/>
            </p14:nvContentPartPr>
            <p14:xfrm>
              <a:off x="14051280" y="7973400"/>
              <a:ext cx="117720" cy="12240"/>
            </p14:xfrm>
          </p:contentPart>
        </mc:Choice>
        <mc:Fallback>
          <p:pic>
            <p:nvPicPr>
              <p:cNvPr id="47" name="Ink 46">
                <a:extLst>
                  <a:ext uri="{FF2B5EF4-FFF2-40B4-BE49-F238E27FC236}">
                    <a16:creationId xmlns:a16="http://schemas.microsoft.com/office/drawing/2014/main" id="{56F79CC0-56D6-F8BD-5466-DE55F036EFFA}"/>
                  </a:ext>
                </a:extLst>
              </p:cNvPr>
              <p:cNvPicPr/>
              <p:nvPr/>
            </p:nvPicPr>
            <p:blipFill>
              <a:blip r:embed="rId69"/>
              <a:stretch>
                <a:fillRect/>
              </a:stretch>
            </p:blipFill>
            <p:spPr>
              <a:xfrm>
                <a:off x="13997280" y="7865760"/>
                <a:ext cx="225360" cy="22788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8" name="Ink 47">
                <a:extLst>
                  <a:ext uri="{FF2B5EF4-FFF2-40B4-BE49-F238E27FC236}">
                    <a16:creationId xmlns:a16="http://schemas.microsoft.com/office/drawing/2014/main" id="{C5B32C88-88C4-83C8-7706-C0941CF7FC16}"/>
                  </a:ext>
                </a:extLst>
              </p14:cNvPr>
              <p14:cNvContentPartPr/>
              <p14:nvPr/>
            </p14:nvContentPartPr>
            <p14:xfrm>
              <a:off x="14131920" y="7939920"/>
              <a:ext cx="72000" cy="360"/>
            </p14:xfrm>
          </p:contentPart>
        </mc:Choice>
        <mc:Fallback>
          <p:pic>
            <p:nvPicPr>
              <p:cNvPr id="48" name="Ink 47">
                <a:extLst>
                  <a:ext uri="{FF2B5EF4-FFF2-40B4-BE49-F238E27FC236}">
                    <a16:creationId xmlns:a16="http://schemas.microsoft.com/office/drawing/2014/main" id="{C5B32C88-88C4-83C8-7706-C0941CF7FC16}"/>
                  </a:ext>
                </a:extLst>
              </p:cNvPr>
              <p:cNvPicPr/>
              <p:nvPr/>
            </p:nvPicPr>
            <p:blipFill>
              <a:blip r:embed="rId33"/>
              <a:stretch>
                <a:fillRect/>
              </a:stretch>
            </p:blipFill>
            <p:spPr>
              <a:xfrm>
                <a:off x="14077920" y="7831920"/>
                <a:ext cx="17964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49" name="Ink 48">
                <a:extLst>
                  <a:ext uri="{FF2B5EF4-FFF2-40B4-BE49-F238E27FC236}">
                    <a16:creationId xmlns:a16="http://schemas.microsoft.com/office/drawing/2014/main" id="{0740B679-7FCD-7DE3-D4A7-5998C1BBECD1}"/>
                  </a:ext>
                </a:extLst>
              </p14:cNvPr>
              <p14:cNvContentPartPr/>
              <p14:nvPr/>
            </p14:nvContentPartPr>
            <p14:xfrm>
              <a:off x="13857240" y="7886280"/>
              <a:ext cx="41400" cy="23400"/>
            </p14:xfrm>
          </p:contentPart>
        </mc:Choice>
        <mc:Fallback>
          <p:pic>
            <p:nvPicPr>
              <p:cNvPr id="49" name="Ink 48">
                <a:extLst>
                  <a:ext uri="{FF2B5EF4-FFF2-40B4-BE49-F238E27FC236}">
                    <a16:creationId xmlns:a16="http://schemas.microsoft.com/office/drawing/2014/main" id="{0740B679-7FCD-7DE3-D4A7-5998C1BBECD1}"/>
                  </a:ext>
                </a:extLst>
              </p:cNvPr>
              <p:cNvPicPr/>
              <p:nvPr/>
            </p:nvPicPr>
            <p:blipFill>
              <a:blip r:embed="rId72"/>
              <a:stretch>
                <a:fillRect/>
              </a:stretch>
            </p:blipFill>
            <p:spPr>
              <a:xfrm>
                <a:off x="13803600" y="7778280"/>
                <a:ext cx="149040" cy="23904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50" name="Ink 49">
                <a:extLst>
                  <a:ext uri="{FF2B5EF4-FFF2-40B4-BE49-F238E27FC236}">
                    <a16:creationId xmlns:a16="http://schemas.microsoft.com/office/drawing/2014/main" id="{FCADA848-78F0-B948-53B7-0DDE4F3720A2}"/>
                  </a:ext>
                </a:extLst>
              </p14:cNvPr>
              <p14:cNvContentPartPr/>
              <p14:nvPr/>
            </p14:nvContentPartPr>
            <p14:xfrm>
              <a:off x="13746360" y="7821120"/>
              <a:ext cx="15840" cy="12600"/>
            </p14:xfrm>
          </p:contentPart>
        </mc:Choice>
        <mc:Fallback>
          <p:pic>
            <p:nvPicPr>
              <p:cNvPr id="50" name="Ink 49">
                <a:extLst>
                  <a:ext uri="{FF2B5EF4-FFF2-40B4-BE49-F238E27FC236}">
                    <a16:creationId xmlns:a16="http://schemas.microsoft.com/office/drawing/2014/main" id="{FCADA848-78F0-B948-53B7-0DDE4F3720A2}"/>
                  </a:ext>
                </a:extLst>
              </p:cNvPr>
              <p:cNvPicPr/>
              <p:nvPr/>
            </p:nvPicPr>
            <p:blipFill>
              <a:blip r:embed="rId74"/>
              <a:stretch>
                <a:fillRect/>
              </a:stretch>
            </p:blipFill>
            <p:spPr>
              <a:xfrm>
                <a:off x="13692720" y="7713120"/>
                <a:ext cx="123480" cy="22824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51" name="Ink 50">
                <a:extLst>
                  <a:ext uri="{FF2B5EF4-FFF2-40B4-BE49-F238E27FC236}">
                    <a16:creationId xmlns:a16="http://schemas.microsoft.com/office/drawing/2014/main" id="{C5EC5BFC-FFCF-92B8-8877-B89C70185607}"/>
                  </a:ext>
                </a:extLst>
              </p14:cNvPr>
              <p14:cNvContentPartPr/>
              <p14:nvPr/>
            </p14:nvContentPartPr>
            <p14:xfrm>
              <a:off x="13929240" y="7817880"/>
              <a:ext cx="182520" cy="360"/>
            </p14:xfrm>
          </p:contentPart>
        </mc:Choice>
        <mc:Fallback>
          <p:pic>
            <p:nvPicPr>
              <p:cNvPr id="51" name="Ink 50">
                <a:extLst>
                  <a:ext uri="{FF2B5EF4-FFF2-40B4-BE49-F238E27FC236}">
                    <a16:creationId xmlns:a16="http://schemas.microsoft.com/office/drawing/2014/main" id="{C5EC5BFC-FFCF-92B8-8877-B89C70185607}"/>
                  </a:ext>
                </a:extLst>
              </p:cNvPr>
              <p:cNvPicPr/>
              <p:nvPr/>
            </p:nvPicPr>
            <p:blipFill>
              <a:blip r:embed="rId76"/>
              <a:stretch>
                <a:fillRect/>
              </a:stretch>
            </p:blipFill>
            <p:spPr>
              <a:xfrm>
                <a:off x="13875240" y="7709880"/>
                <a:ext cx="2901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52" name="Ink 51">
                <a:extLst>
                  <a:ext uri="{FF2B5EF4-FFF2-40B4-BE49-F238E27FC236}">
                    <a16:creationId xmlns:a16="http://schemas.microsoft.com/office/drawing/2014/main" id="{0F2F8FE7-DC3E-FD62-1E2F-1E52596A4C08}"/>
                  </a:ext>
                </a:extLst>
              </p14:cNvPr>
              <p14:cNvContentPartPr/>
              <p14:nvPr/>
            </p14:nvContentPartPr>
            <p14:xfrm>
              <a:off x="14157840" y="7833360"/>
              <a:ext cx="41760" cy="360"/>
            </p14:xfrm>
          </p:contentPart>
        </mc:Choice>
        <mc:Fallback>
          <p:pic>
            <p:nvPicPr>
              <p:cNvPr id="52" name="Ink 51">
                <a:extLst>
                  <a:ext uri="{FF2B5EF4-FFF2-40B4-BE49-F238E27FC236}">
                    <a16:creationId xmlns:a16="http://schemas.microsoft.com/office/drawing/2014/main" id="{0F2F8FE7-DC3E-FD62-1E2F-1E52596A4C08}"/>
                  </a:ext>
                </a:extLst>
              </p:cNvPr>
              <p:cNvPicPr/>
              <p:nvPr/>
            </p:nvPicPr>
            <p:blipFill>
              <a:blip r:embed="rId16"/>
              <a:stretch>
                <a:fillRect/>
              </a:stretch>
            </p:blipFill>
            <p:spPr>
              <a:xfrm>
                <a:off x="14103840" y="7725360"/>
                <a:ext cx="1494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53" name="Ink 52">
                <a:extLst>
                  <a:ext uri="{FF2B5EF4-FFF2-40B4-BE49-F238E27FC236}">
                    <a16:creationId xmlns:a16="http://schemas.microsoft.com/office/drawing/2014/main" id="{8DAAF220-A90B-5187-AA87-7F8FEABAD881}"/>
                  </a:ext>
                </a:extLst>
              </p14:cNvPr>
              <p14:cNvContentPartPr/>
              <p14:nvPr/>
            </p14:nvContentPartPr>
            <p14:xfrm>
              <a:off x="14386440" y="7878720"/>
              <a:ext cx="84240" cy="9720"/>
            </p14:xfrm>
          </p:contentPart>
        </mc:Choice>
        <mc:Fallback>
          <p:pic>
            <p:nvPicPr>
              <p:cNvPr id="53" name="Ink 52">
                <a:extLst>
                  <a:ext uri="{FF2B5EF4-FFF2-40B4-BE49-F238E27FC236}">
                    <a16:creationId xmlns:a16="http://schemas.microsoft.com/office/drawing/2014/main" id="{8DAAF220-A90B-5187-AA87-7F8FEABAD881}"/>
                  </a:ext>
                </a:extLst>
              </p:cNvPr>
              <p:cNvPicPr/>
              <p:nvPr/>
            </p:nvPicPr>
            <p:blipFill>
              <a:blip r:embed="rId79"/>
              <a:stretch>
                <a:fillRect/>
              </a:stretch>
            </p:blipFill>
            <p:spPr>
              <a:xfrm>
                <a:off x="14332440" y="7771080"/>
                <a:ext cx="191880" cy="22536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54" name="Ink 53">
                <a:extLst>
                  <a:ext uri="{FF2B5EF4-FFF2-40B4-BE49-F238E27FC236}">
                    <a16:creationId xmlns:a16="http://schemas.microsoft.com/office/drawing/2014/main" id="{FA2BE848-5B86-2630-AB5D-56D20EC3C46D}"/>
                  </a:ext>
                </a:extLst>
              </p14:cNvPr>
              <p14:cNvContentPartPr/>
              <p14:nvPr/>
            </p14:nvContentPartPr>
            <p14:xfrm>
              <a:off x="14436840" y="7909320"/>
              <a:ext cx="56520" cy="360"/>
            </p14:xfrm>
          </p:contentPart>
        </mc:Choice>
        <mc:Fallback>
          <p:pic>
            <p:nvPicPr>
              <p:cNvPr id="54" name="Ink 53">
                <a:extLst>
                  <a:ext uri="{FF2B5EF4-FFF2-40B4-BE49-F238E27FC236}">
                    <a16:creationId xmlns:a16="http://schemas.microsoft.com/office/drawing/2014/main" id="{FA2BE848-5B86-2630-AB5D-56D20EC3C46D}"/>
                  </a:ext>
                </a:extLst>
              </p:cNvPr>
              <p:cNvPicPr/>
              <p:nvPr/>
            </p:nvPicPr>
            <p:blipFill>
              <a:blip r:embed="rId28"/>
              <a:stretch>
                <a:fillRect/>
              </a:stretch>
            </p:blipFill>
            <p:spPr>
              <a:xfrm>
                <a:off x="14383200" y="7801320"/>
                <a:ext cx="1641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55" name="Ink 54">
                <a:extLst>
                  <a:ext uri="{FF2B5EF4-FFF2-40B4-BE49-F238E27FC236}">
                    <a16:creationId xmlns:a16="http://schemas.microsoft.com/office/drawing/2014/main" id="{F773FE5B-2C0C-C952-3991-16A2C00171F0}"/>
                  </a:ext>
                </a:extLst>
              </p14:cNvPr>
              <p14:cNvContentPartPr/>
              <p14:nvPr/>
            </p14:nvContentPartPr>
            <p14:xfrm>
              <a:off x="14325600" y="7878720"/>
              <a:ext cx="15840" cy="360"/>
            </p14:xfrm>
          </p:contentPart>
        </mc:Choice>
        <mc:Fallback>
          <p:pic>
            <p:nvPicPr>
              <p:cNvPr id="55" name="Ink 54">
                <a:extLst>
                  <a:ext uri="{FF2B5EF4-FFF2-40B4-BE49-F238E27FC236}">
                    <a16:creationId xmlns:a16="http://schemas.microsoft.com/office/drawing/2014/main" id="{F773FE5B-2C0C-C952-3991-16A2C00171F0}"/>
                  </a:ext>
                </a:extLst>
              </p:cNvPr>
              <p:cNvPicPr/>
              <p:nvPr/>
            </p:nvPicPr>
            <p:blipFill>
              <a:blip r:embed="rId59"/>
              <a:stretch>
                <a:fillRect/>
              </a:stretch>
            </p:blipFill>
            <p:spPr>
              <a:xfrm>
                <a:off x="14271600" y="7771080"/>
                <a:ext cx="12348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56" name="Ink 55">
                <a:extLst>
                  <a:ext uri="{FF2B5EF4-FFF2-40B4-BE49-F238E27FC236}">
                    <a16:creationId xmlns:a16="http://schemas.microsoft.com/office/drawing/2014/main" id="{92529C58-A452-12CF-F7DA-7345F64DD8FE}"/>
                  </a:ext>
                </a:extLst>
              </p14:cNvPr>
              <p14:cNvContentPartPr/>
              <p14:nvPr/>
            </p14:nvContentPartPr>
            <p14:xfrm>
              <a:off x="14258280" y="7863960"/>
              <a:ext cx="6120" cy="360"/>
            </p14:xfrm>
          </p:contentPart>
        </mc:Choice>
        <mc:Fallback>
          <p:pic>
            <p:nvPicPr>
              <p:cNvPr id="56" name="Ink 55">
                <a:extLst>
                  <a:ext uri="{FF2B5EF4-FFF2-40B4-BE49-F238E27FC236}">
                    <a16:creationId xmlns:a16="http://schemas.microsoft.com/office/drawing/2014/main" id="{92529C58-A452-12CF-F7DA-7345F64DD8FE}"/>
                  </a:ext>
                </a:extLst>
              </p:cNvPr>
              <p:cNvPicPr/>
              <p:nvPr/>
            </p:nvPicPr>
            <p:blipFill>
              <a:blip r:embed="rId11"/>
              <a:stretch>
                <a:fillRect/>
              </a:stretch>
            </p:blipFill>
            <p:spPr>
              <a:xfrm>
                <a:off x="14204640" y="7755960"/>
                <a:ext cx="1137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57" name="Ink 56">
                <a:extLst>
                  <a:ext uri="{FF2B5EF4-FFF2-40B4-BE49-F238E27FC236}">
                    <a16:creationId xmlns:a16="http://schemas.microsoft.com/office/drawing/2014/main" id="{429D946E-803A-2E86-43BA-32409FFEBB67}"/>
                  </a:ext>
                </a:extLst>
              </p14:cNvPr>
              <p14:cNvContentPartPr/>
              <p14:nvPr/>
            </p14:nvContentPartPr>
            <p14:xfrm>
              <a:off x="14310480" y="7924800"/>
              <a:ext cx="44280" cy="21600"/>
            </p14:xfrm>
          </p:contentPart>
        </mc:Choice>
        <mc:Fallback>
          <p:pic>
            <p:nvPicPr>
              <p:cNvPr id="57" name="Ink 56">
                <a:extLst>
                  <a:ext uri="{FF2B5EF4-FFF2-40B4-BE49-F238E27FC236}">
                    <a16:creationId xmlns:a16="http://schemas.microsoft.com/office/drawing/2014/main" id="{429D946E-803A-2E86-43BA-32409FFEBB67}"/>
                  </a:ext>
                </a:extLst>
              </p:cNvPr>
              <p:cNvPicPr/>
              <p:nvPr/>
            </p:nvPicPr>
            <p:blipFill>
              <a:blip r:embed="rId84"/>
              <a:stretch>
                <a:fillRect/>
              </a:stretch>
            </p:blipFill>
            <p:spPr>
              <a:xfrm>
                <a:off x="14256480" y="7817160"/>
                <a:ext cx="151920" cy="23724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58" name="Ink 57">
                <a:extLst>
                  <a:ext uri="{FF2B5EF4-FFF2-40B4-BE49-F238E27FC236}">
                    <a16:creationId xmlns:a16="http://schemas.microsoft.com/office/drawing/2014/main" id="{50DA281C-A1FF-FFEA-84BB-8D8EE2D495F9}"/>
                  </a:ext>
                </a:extLst>
              </p14:cNvPr>
              <p14:cNvContentPartPr/>
              <p14:nvPr/>
            </p14:nvContentPartPr>
            <p14:xfrm>
              <a:off x="14431800" y="7985280"/>
              <a:ext cx="6480" cy="360"/>
            </p14:xfrm>
          </p:contentPart>
        </mc:Choice>
        <mc:Fallback>
          <p:pic>
            <p:nvPicPr>
              <p:cNvPr id="58" name="Ink 57">
                <a:extLst>
                  <a:ext uri="{FF2B5EF4-FFF2-40B4-BE49-F238E27FC236}">
                    <a16:creationId xmlns:a16="http://schemas.microsoft.com/office/drawing/2014/main" id="{50DA281C-A1FF-FFEA-84BB-8D8EE2D495F9}"/>
                  </a:ext>
                </a:extLst>
              </p:cNvPr>
              <p:cNvPicPr/>
              <p:nvPr/>
            </p:nvPicPr>
            <p:blipFill>
              <a:blip r:embed="rId11"/>
              <a:stretch>
                <a:fillRect/>
              </a:stretch>
            </p:blipFill>
            <p:spPr>
              <a:xfrm>
                <a:off x="14378160" y="7877640"/>
                <a:ext cx="1141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59" name="Ink 58">
                <a:extLst>
                  <a:ext uri="{FF2B5EF4-FFF2-40B4-BE49-F238E27FC236}">
                    <a16:creationId xmlns:a16="http://schemas.microsoft.com/office/drawing/2014/main" id="{2806E7D5-9C31-73F5-F6EC-68D982455C0B}"/>
                  </a:ext>
                </a:extLst>
              </p14:cNvPr>
              <p14:cNvContentPartPr/>
              <p14:nvPr/>
            </p14:nvContentPartPr>
            <p14:xfrm>
              <a:off x="14314800" y="7985280"/>
              <a:ext cx="56160" cy="360"/>
            </p14:xfrm>
          </p:contentPart>
        </mc:Choice>
        <mc:Fallback>
          <p:pic>
            <p:nvPicPr>
              <p:cNvPr id="59" name="Ink 58">
                <a:extLst>
                  <a:ext uri="{FF2B5EF4-FFF2-40B4-BE49-F238E27FC236}">
                    <a16:creationId xmlns:a16="http://schemas.microsoft.com/office/drawing/2014/main" id="{2806E7D5-9C31-73F5-F6EC-68D982455C0B}"/>
                  </a:ext>
                </a:extLst>
              </p:cNvPr>
              <p:cNvPicPr/>
              <p:nvPr/>
            </p:nvPicPr>
            <p:blipFill>
              <a:blip r:embed="rId28"/>
              <a:stretch>
                <a:fillRect/>
              </a:stretch>
            </p:blipFill>
            <p:spPr>
              <a:xfrm>
                <a:off x="14261160" y="7877640"/>
                <a:ext cx="1638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87">
            <p14:nvContentPartPr>
              <p14:cNvPr id="60" name="Ink 59">
                <a:extLst>
                  <a:ext uri="{FF2B5EF4-FFF2-40B4-BE49-F238E27FC236}">
                    <a16:creationId xmlns:a16="http://schemas.microsoft.com/office/drawing/2014/main" id="{90C091A2-360B-90FA-318A-4232C09013F0}"/>
                  </a:ext>
                </a:extLst>
              </p14:cNvPr>
              <p14:cNvContentPartPr/>
              <p14:nvPr/>
            </p14:nvContentPartPr>
            <p14:xfrm>
              <a:off x="14115720" y="8000760"/>
              <a:ext cx="87840" cy="360"/>
            </p14:xfrm>
          </p:contentPart>
        </mc:Choice>
        <mc:Fallback>
          <p:pic>
            <p:nvPicPr>
              <p:cNvPr id="60" name="Ink 59">
                <a:extLst>
                  <a:ext uri="{FF2B5EF4-FFF2-40B4-BE49-F238E27FC236}">
                    <a16:creationId xmlns:a16="http://schemas.microsoft.com/office/drawing/2014/main" id="{90C091A2-360B-90FA-318A-4232C09013F0}"/>
                  </a:ext>
                </a:extLst>
              </p:cNvPr>
              <p:cNvPicPr/>
              <p:nvPr/>
            </p:nvPicPr>
            <p:blipFill>
              <a:blip r:embed="rId42"/>
              <a:stretch>
                <a:fillRect/>
              </a:stretch>
            </p:blipFill>
            <p:spPr>
              <a:xfrm>
                <a:off x="14062080" y="7893120"/>
                <a:ext cx="19548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61" name="Ink 60">
                <a:extLst>
                  <a:ext uri="{FF2B5EF4-FFF2-40B4-BE49-F238E27FC236}">
                    <a16:creationId xmlns:a16="http://schemas.microsoft.com/office/drawing/2014/main" id="{C6C676EC-B24F-425E-9D61-CDF4744A2AC8}"/>
                  </a:ext>
                </a:extLst>
              </p14:cNvPr>
              <p14:cNvContentPartPr/>
              <p14:nvPr/>
            </p14:nvContentPartPr>
            <p14:xfrm>
              <a:off x="14035800" y="8000760"/>
              <a:ext cx="6480" cy="360"/>
            </p14:xfrm>
          </p:contentPart>
        </mc:Choice>
        <mc:Fallback>
          <p:pic>
            <p:nvPicPr>
              <p:cNvPr id="61" name="Ink 60">
                <a:extLst>
                  <a:ext uri="{FF2B5EF4-FFF2-40B4-BE49-F238E27FC236}">
                    <a16:creationId xmlns:a16="http://schemas.microsoft.com/office/drawing/2014/main" id="{C6C676EC-B24F-425E-9D61-CDF4744A2AC8}"/>
                  </a:ext>
                </a:extLst>
              </p:cNvPr>
              <p:cNvPicPr/>
              <p:nvPr/>
            </p:nvPicPr>
            <p:blipFill>
              <a:blip r:embed="rId11"/>
              <a:stretch>
                <a:fillRect/>
              </a:stretch>
            </p:blipFill>
            <p:spPr>
              <a:xfrm>
                <a:off x="13981800" y="7893120"/>
                <a:ext cx="1141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89">
            <p14:nvContentPartPr>
              <p14:cNvPr id="62" name="Ink 61">
                <a:extLst>
                  <a:ext uri="{FF2B5EF4-FFF2-40B4-BE49-F238E27FC236}">
                    <a16:creationId xmlns:a16="http://schemas.microsoft.com/office/drawing/2014/main" id="{1A29D012-3FEA-7747-E522-3E1C1F154A24}"/>
                  </a:ext>
                </a:extLst>
              </p14:cNvPr>
              <p14:cNvContentPartPr/>
              <p14:nvPr/>
            </p14:nvContentPartPr>
            <p14:xfrm>
              <a:off x="14131920" y="8000760"/>
              <a:ext cx="41760" cy="360"/>
            </p14:xfrm>
          </p:contentPart>
        </mc:Choice>
        <mc:Fallback>
          <p:pic>
            <p:nvPicPr>
              <p:cNvPr id="62" name="Ink 61">
                <a:extLst>
                  <a:ext uri="{FF2B5EF4-FFF2-40B4-BE49-F238E27FC236}">
                    <a16:creationId xmlns:a16="http://schemas.microsoft.com/office/drawing/2014/main" id="{1A29D012-3FEA-7747-E522-3E1C1F154A24}"/>
                  </a:ext>
                </a:extLst>
              </p:cNvPr>
              <p:cNvPicPr/>
              <p:nvPr/>
            </p:nvPicPr>
            <p:blipFill>
              <a:blip r:embed="rId16"/>
              <a:stretch>
                <a:fillRect/>
              </a:stretch>
            </p:blipFill>
            <p:spPr>
              <a:xfrm>
                <a:off x="14078280" y="7893120"/>
                <a:ext cx="1494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63" name="Ink 62">
                <a:extLst>
                  <a:ext uri="{FF2B5EF4-FFF2-40B4-BE49-F238E27FC236}">
                    <a16:creationId xmlns:a16="http://schemas.microsoft.com/office/drawing/2014/main" id="{95C020D9-8CFF-9E85-8FC7-78D532E79378}"/>
                  </a:ext>
                </a:extLst>
              </p14:cNvPr>
              <p14:cNvContentPartPr/>
              <p14:nvPr/>
            </p14:nvContentPartPr>
            <p14:xfrm>
              <a:off x="13901160" y="8000760"/>
              <a:ext cx="104400" cy="15120"/>
            </p14:xfrm>
          </p:contentPart>
        </mc:Choice>
        <mc:Fallback>
          <p:pic>
            <p:nvPicPr>
              <p:cNvPr id="63" name="Ink 62">
                <a:extLst>
                  <a:ext uri="{FF2B5EF4-FFF2-40B4-BE49-F238E27FC236}">
                    <a16:creationId xmlns:a16="http://schemas.microsoft.com/office/drawing/2014/main" id="{95C020D9-8CFF-9E85-8FC7-78D532E79378}"/>
                  </a:ext>
                </a:extLst>
              </p:cNvPr>
              <p:cNvPicPr/>
              <p:nvPr/>
            </p:nvPicPr>
            <p:blipFill>
              <a:blip r:embed="rId91"/>
              <a:stretch>
                <a:fillRect/>
              </a:stretch>
            </p:blipFill>
            <p:spPr>
              <a:xfrm>
                <a:off x="13847520" y="7893120"/>
                <a:ext cx="212040" cy="23076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64" name="Ink 63">
                <a:extLst>
                  <a:ext uri="{FF2B5EF4-FFF2-40B4-BE49-F238E27FC236}">
                    <a16:creationId xmlns:a16="http://schemas.microsoft.com/office/drawing/2014/main" id="{4EBDA359-7D24-4A44-895D-1A976A9E20E6}"/>
                  </a:ext>
                </a:extLst>
              </p14:cNvPr>
              <p14:cNvContentPartPr/>
              <p14:nvPr/>
            </p14:nvContentPartPr>
            <p14:xfrm>
              <a:off x="13567800" y="8031360"/>
              <a:ext cx="72000" cy="360"/>
            </p14:xfrm>
          </p:contentPart>
        </mc:Choice>
        <mc:Fallback>
          <p:pic>
            <p:nvPicPr>
              <p:cNvPr id="64" name="Ink 63">
                <a:extLst>
                  <a:ext uri="{FF2B5EF4-FFF2-40B4-BE49-F238E27FC236}">
                    <a16:creationId xmlns:a16="http://schemas.microsoft.com/office/drawing/2014/main" id="{4EBDA359-7D24-4A44-895D-1A976A9E20E6}"/>
                  </a:ext>
                </a:extLst>
              </p:cNvPr>
              <p:cNvPicPr/>
              <p:nvPr/>
            </p:nvPicPr>
            <p:blipFill>
              <a:blip r:embed="rId33"/>
              <a:stretch>
                <a:fillRect/>
              </a:stretch>
            </p:blipFill>
            <p:spPr>
              <a:xfrm>
                <a:off x="13514160" y="7923720"/>
                <a:ext cx="17964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93">
            <p14:nvContentPartPr>
              <p14:cNvPr id="65" name="Ink 64">
                <a:extLst>
                  <a:ext uri="{FF2B5EF4-FFF2-40B4-BE49-F238E27FC236}">
                    <a16:creationId xmlns:a16="http://schemas.microsoft.com/office/drawing/2014/main" id="{D6EA62BE-7DA9-4E67-C3CC-1539E3996930}"/>
                  </a:ext>
                </a:extLst>
              </p14:cNvPr>
              <p14:cNvContentPartPr/>
              <p14:nvPr/>
            </p14:nvContentPartPr>
            <p14:xfrm>
              <a:off x="13426320" y="8031360"/>
              <a:ext cx="15840" cy="360"/>
            </p14:xfrm>
          </p:contentPart>
        </mc:Choice>
        <mc:Fallback>
          <p:pic>
            <p:nvPicPr>
              <p:cNvPr id="65" name="Ink 64">
                <a:extLst>
                  <a:ext uri="{FF2B5EF4-FFF2-40B4-BE49-F238E27FC236}">
                    <a16:creationId xmlns:a16="http://schemas.microsoft.com/office/drawing/2014/main" id="{D6EA62BE-7DA9-4E67-C3CC-1539E3996930}"/>
                  </a:ext>
                </a:extLst>
              </p:cNvPr>
              <p:cNvPicPr/>
              <p:nvPr/>
            </p:nvPicPr>
            <p:blipFill>
              <a:blip r:embed="rId59"/>
              <a:stretch>
                <a:fillRect/>
              </a:stretch>
            </p:blipFill>
            <p:spPr>
              <a:xfrm>
                <a:off x="13372680" y="7923720"/>
                <a:ext cx="12348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66" name="Ink 65">
                <a:extLst>
                  <a:ext uri="{FF2B5EF4-FFF2-40B4-BE49-F238E27FC236}">
                    <a16:creationId xmlns:a16="http://schemas.microsoft.com/office/drawing/2014/main" id="{2D00B20D-228B-B5C7-1E76-BDC2513885D4}"/>
                  </a:ext>
                </a:extLst>
              </p14:cNvPr>
              <p14:cNvContentPartPr/>
              <p14:nvPr/>
            </p14:nvContentPartPr>
            <p14:xfrm>
              <a:off x="13395720" y="8031360"/>
              <a:ext cx="6480" cy="360"/>
            </p14:xfrm>
          </p:contentPart>
        </mc:Choice>
        <mc:Fallback>
          <p:pic>
            <p:nvPicPr>
              <p:cNvPr id="66" name="Ink 65">
                <a:extLst>
                  <a:ext uri="{FF2B5EF4-FFF2-40B4-BE49-F238E27FC236}">
                    <a16:creationId xmlns:a16="http://schemas.microsoft.com/office/drawing/2014/main" id="{2D00B20D-228B-B5C7-1E76-BDC2513885D4}"/>
                  </a:ext>
                </a:extLst>
              </p:cNvPr>
              <p:cNvPicPr/>
              <p:nvPr/>
            </p:nvPicPr>
            <p:blipFill>
              <a:blip r:embed="rId11"/>
              <a:stretch>
                <a:fillRect/>
              </a:stretch>
            </p:blipFill>
            <p:spPr>
              <a:xfrm>
                <a:off x="13341720" y="7923720"/>
                <a:ext cx="1141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95">
            <p14:nvContentPartPr>
              <p14:cNvPr id="67" name="Ink 66">
                <a:extLst>
                  <a:ext uri="{FF2B5EF4-FFF2-40B4-BE49-F238E27FC236}">
                    <a16:creationId xmlns:a16="http://schemas.microsoft.com/office/drawing/2014/main" id="{9FBCA623-28F3-3335-B262-A3844FFD31D2}"/>
                  </a:ext>
                </a:extLst>
              </p14:cNvPr>
              <p14:cNvContentPartPr/>
              <p14:nvPr/>
            </p14:nvContentPartPr>
            <p14:xfrm>
              <a:off x="13898640" y="8005440"/>
              <a:ext cx="194760" cy="26280"/>
            </p14:xfrm>
          </p:contentPart>
        </mc:Choice>
        <mc:Fallback>
          <p:pic>
            <p:nvPicPr>
              <p:cNvPr id="67" name="Ink 66">
                <a:extLst>
                  <a:ext uri="{FF2B5EF4-FFF2-40B4-BE49-F238E27FC236}">
                    <a16:creationId xmlns:a16="http://schemas.microsoft.com/office/drawing/2014/main" id="{9FBCA623-28F3-3335-B262-A3844FFD31D2}"/>
                  </a:ext>
                </a:extLst>
              </p:cNvPr>
              <p:cNvPicPr/>
              <p:nvPr/>
            </p:nvPicPr>
            <p:blipFill>
              <a:blip r:embed="rId96"/>
              <a:stretch>
                <a:fillRect/>
              </a:stretch>
            </p:blipFill>
            <p:spPr>
              <a:xfrm>
                <a:off x="13844640" y="7897800"/>
                <a:ext cx="302400" cy="241920"/>
              </a:xfrm>
              <a:prstGeom prst="rect">
                <a:avLst/>
              </a:prstGeom>
            </p:spPr>
          </p:pic>
        </mc:Fallback>
      </mc:AlternateContent>
      <mc:AlternateContent xmlns:mc="http://schemas.openxmlformats.org/markup-compatibility/2006">
        <mc:Choice xmlns:p14="http://schemas.microsoft.com/office/powerpoint/2010/main" Requires="p14">
          <p:contentPart p14:bwMode="auto" r:id="rId97">
            <p14:nvContentPartPr>
              <p14:cNvPr id="68" name="Ink 67">
                <a:extLst>
                  <a:ext uri="{FF2B5EF4-FFF2-40B4-BE49-F238E27FC236}">
                    <a16:creationId xmlns:a16="http://schemas.microsoft.com/office/drawing/2014/main" id="{E0989041-14F1-7522-87F4-7E8B4DC65C2C}"/>
                  </a:ext>
                </a:extLst>
              </p14:cNvPr>
              <p14:cNvContentPartPr/>
              <p14:nvPr/>
            </p14:nvContentPartPr>
            <p14:xfrm>
              <a:off x="13836360" y="7985280"/>
              <a:ext cx="184680" cy="360"/>
            </p14:xfrm>
          </p:contentPart>
        </mc:Choice>
        <mc:Fallback>
          <p:pic>
            <p:nvPicPr>
              <p:cNvPr id="68" name="Ink 67">
                <a:extLst>
                  <a:ext uri="{FF2B5EF4-FFF2-40B4-BE49-F238E27FC236}">
                    <a16:creationId xmlns:a16="http://schemas.microsoft.com/office/drawing/2014/main" id="{E0989041-14F1-7522-87F4-7E8B4DC65C2C}"/>
                  </a:ext>
                </a:extLst>
              </p:cNvPr>
              <p:cNvPicPr/>
              <p:nvPr/>
            </p:nvPicPr>
            <p:blipFill>
              <a:blip r:embed="rId76"/>
              <a:stretch>
                <a:fillRect/>
              </a:stretch>
            </p:blipFill>
            <p:spPr>
              <a:xfrm>
                <a:off x="13782360" y="7877640"/>
                <a:ext cx="2923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69" name="Ink 68">
                <a:extLst>
                  <a:ext uri="{FF2B5EF4-FFF2-40B4-BE49-F238E27FC236}">
                    <a16:creationId xmlns:a16="http://schemas.microsoft.com/office/drawing/2014/main" id="{34B33151-AE52-7B8F-31A2-68313E89AFD5}"/>
                  </a:ext>
                </a:extLst>
              </p14:cNvPr>
              <p14:cNvContentPartPr/>
              <p14:nvPr/>
            </p14:nvContentPartPr>
            <p14:xfrm>
              <a:off x="13566720" y="7985280"/>
              <a:ext cx="27720" cy="360"/>
            </p14:xfrm>
          </p:contentPart>
        </mc:Choice>
        <mc:Fallback>
          <p:pic>
            <p:nvPicPr>
              <p:cNvPr id="69" name="Ink 68">
                <a:extLst>
                  <a:ext uri="{FF2B5EF4-FFF2-40B4-BE49-F238E27FC236}">
                    <a16:creationId xmlns:a16="http://schemas.microsoft.com/office/drawing/2014/main" id="{34B33151-AE52-7B8F-31A2-68313E89AFD5}"/>
                  </a:ext>
                </a:extLst>
              </p:cNvPr>
              <p:cNvPicPr/>
              <p:nvPr/>
            </p:nvPicPr>
            <p:blipFill>
              <a:blip r:embed="rId24"/>
              <a:stretch>
                <a:fillRect/>
              </a:stretch>
            </p:blipFill>
            <p:spPr>
              <a:xfrm>
                <a:off x="13512720" y="7877640"/>
                <a:ext cx="1353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99">
            <p14:nvContentPartPr>
              <p14:cNvPr id="70" name="Ink 69">
                <a:extLst>
                  <a:ext uri="{FF2B5EF4-FFF2-40B4-BE49-F238E27FC236}">
                    <a16:creationId xmlns:a16="http://schemas.microsoft.com/office/drawing/2014/main" id="{DC7BDF7E-796E-A35D-6FA9-251FAB356E21}"/>
                  </a:ext>
                </a:extLst>
              </p14:cNvPr>
              <p14:cNvContentPartPr/>
              <p14:nvPr/>
            </p14:nvContentPartPr>
            <p14:xfrm>
              <a:off x="13654920" y="7954680"/>
              <a:ext cx="223560" cy="15840"/>
            </p14:xfrm>
          </p:contentPart>
        </mc:Choice>
        <mc:Fallback>
          <p:pic>
            <p:nvPicPr>
              <p:cNvPr id="70" name="Ink 69">
                <a:extLst>
                  <a:ext uri="{FF2B5EF4-FFF2-40B4-BE49-F238E27FC236}">
                    <a16:creationId xmlns:a16="http://schemas.microsoft.com/office/drawing/2014/main" id="{DC7BDF7E-796E-A35D-6FA9-251FAB356E21}"/>
                  </a:ext>
                </a:extLst>
              </p:cNvPr>
              <p:cNvPicPr/>
              <p:nvPr/>
            </p:nvPicPr>
            <p:blipFill>
              <a:blip r:embed="rId100"/>
              <a:stretch>
                <a:fillRect/>
              </a:stretch>
            </p:blipFill>
            <p:spPr>
              <a:xfrm>
                <a:off x="13600920" y="7847040"/>
                <a:ext cx="331200" cy="231480"/>
              </a:xfrm>
              <a:prstGeom prst="rect">
                <a:avLst/>
              </a:prstGeom>
            </p:spPr>
          </p:pic>
        </mc:Fallback>
      </mc:AlternateContent>
      <mc:AlternateContent xmlns:mc="http://schemas.openxmlformats.org/markup-compatibility/2006">
        <mc:Choice xmlns:p14="http://schemas.microsoft.com/office/powerpoint/2010/main" Requires="p14">
          <p:contentPart p14:bwMode="auto" r:id="rId101">
            <p14:nvContentPartPr>
              <p14:cNvPr id="71" name="Ink 70">
                <a:extLst>
                  <a:ext uri="{FF2B5EF4-FFF2-40B4-BE49-F238E27FC236}">
                    <a16:creationId xmlns:a16="http://schemas.microsoft.com/office/drawing/2014/main" id="{64487A55-1B7B-4014-E488-BBB88724CD2C}"/>
                  </a:ext>
                </a:extLst>
              </p14:cNvPr>
              <p14:cNvContentPartPr/>
              <p14:nvPr/>
            </p14:nvContentPartPr>
            <p14:xfrm>
              <a:off x="14066040" y="7955400"/>
              <a:ext cx="6480" cy="360"/>
            </p14:xfrm>
          </p:contentPart>
        </mc:Choice>
        <mc:Fallback>
          <p:pic>
            <p:nvPicPr>
              <p:cNvPr id="71" name="Ink 70">
                <a:extLst>
                  <a:ext uri="{FF2B5EF4-FFF2-40B4-BE49-F238E27FC236}">
                    <a16:creationId xmlns:a16="http://schemas.microsoft.com/office/drawing/2014/main" id="{64487A55-1B7B-4014-E488-BBB88724CD2C}"/>
                  </a:ext>
                </a:extLst>
              </p:cNvPr>
              <p:cNvPicPr/>
              <p:nvPr/>
            </p:nvPicPr>
            <p:blipFill>
              <a:blip r:embed="rId11"/>
              <a:stretch>
                <a:fillRect/>
              </a:stretch>
            </p:blipFill>
            <p:spPr>
              <a:xfrm>
                <a:off x="14012400" y="7847400"/>
                <a:ext cx="1141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72" name="Ink 71">
                <a:extLst>
                  <a:ext uri="{FF2B5EF4-FFF2-40B4-BE49-F238E27FC236}">
                    <a16:creationId xmlns:a16="http://schemas.microsoft.com/office/drawing/2014/main" id="{FE94269A-2DF3-8391-5153-DCAC3E05BCE1}"/>
                  </a:ext>
                </a:extLst>
              </p14:cNvPr>
              <p14:cNvContentPartPr/>
              <p14:nvPr/>
            </p14:nvContentPartPr>
            <p14:xfrm>
              <a:off x="14096640" y="7955400"/>
              <a:ext cx="360" cy="360"/>
            </p14:xfrm>
          </p:contentPart>
        </mc:Choice>
        <mc:Fallback>
          <p:pic>
            <p:nvPicPr>
              <p:cNvPr id="72" name="Ink 71">
                <a:extLst>
                  <a:ext uri="{FF2B5EF4-FFF2-40B4-BE49-F238E27FC236}">
                    <a16:creationId xmlns:a16="http://schemas.microsoft.com/office/drawing/2014/main" id="{FE94269A-2DF3-8391-5153-DCAC3E05BCE1}"/>
                  </a:ext>
                </a:extLst>
              </p:cNvPr>
              <p:cNvPicPr/>
              <p:nvPr/>
            </p:nvPicPr>
            <p:blipFill>
              <a:blip r:embed="rId9"/>
              <a:stretch>
                <a:fillRect/>
              </a:stretch>
            </p:blipFill>
            <p:spPr>
              <a:xfrm>
                <a:off x="14043000" y="7847400"/>
                <a:ext cx="108000" cy="216000"/>
              </a:xfrm>
              <a:prstGeom prst="rect">
                <a:avLst/>
              </a:prstGeom>
            </p:spPr>
          </p:pic>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2267664"/>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FFFFFF"/>
                </a:solidFill>
                <a:latin typeface="Saira Medium" pitchFamily="34" charset="0"/>
                <a:ea typeface="Saira Medium" pitchFamily="34" charset="-122"/>
                <a:cs typeface="Saira Medium" pitchFamily="34" charset="-120"/>
              </a:rPr>
              <a:t>What is Fake News?</a:t>
            </a:r>
            <a:endParaRPr lang="en-US" sz="4450" dirty="0"/>
          </a:p>
        </p:txBody>
      </p:sp>
      <p:sp>
        <p:nvSpPr>
          <p:cNvPr id="3" name="Text 1"/>
          <p:cNvSpPr/>
          <p:nvPr/>
        </p:nvSpPr>
        <p:spPr>
          <a:xfrm>
            <a:off x="793790" y="3656886"/>
            <a:ext cx="3435310"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Saira Medium" pitchFamily="34" charset="0"/>
                <a:ea typeface="Saira Medium" pitchFamily="34" charset="-122"/>
                <a:cs typeface="Saira Medium" pitchFamily="34" charset="-120"/>
              </a:rPr>
              <a:t>Deliberate Misinformation</a:t>
            </a:r>
            <a:endParaRPr lang="en-US" sz="2200" dirty="0"/>
          </a:p>
        </p:txBody>
      </p:sp>
      <p:sp>
        <p:nvSpPr>
          <p:cNvPr id="4" name="Text 2"/>
          <p:cNvSpPr/>
          <p:nvPr/>
        </p:nvSpPr>
        <p:spPr>
          <a:xfrm>
            <a:off x="793790" y="4147304"/>
            <a:ext cx="4158615" cy="1814513"/>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Fake news is intentionally crafted to deceive, often disguised as authentic journalism to gain credibility. It's not merely inaccurate reporting, but a calculated effort to mislead.</a:t>
            </a:r>
            <a:endParaRPr lang="en-US" sz="1750" dirty="0"/>
          </a:p>
        </p:txBody>
      </p:sp>
      <p:sp>
        <p:nvSpPr>
          <p:cNvPr id="5" name="Text 3"/>
          <p:cNvSpPr/>
          <p:nvPr/>
        </p:nvSpPr>
        <p:spPr>
          <a:xfrm>
            <a:off x="5235893" y="365688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Saira Medium" pitchFamily="34" charset="0"/>
                <a:ea typeface="Saira Medium" pitchFamily="34" charset="-122"/>
                <a:cs typeface="Saira Medium" pitchFamily="34" charset="-120"/>
              </a:rPr>
              <a:t>Manipulated Content</a:t>
            </a:r>
            <a:endParaRPr lang="en-US" sz="2200" dirty="0"/>
          </a:p>
        </p:txBody>
      </p:sp>
      <p:sp>
        <p:nvSpPr>
          <p:cNvPr id="6" name="Text 4"/>
          <p:cNvSpPr/>
          <p:nvPr/>
        </p:nvSpPr>
        <p:spPr>
          <a:xfrm>
            <a:off x="5235893" y="4147304"/>
            <a:ext cx="4158615" cy="1814513"/>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It can manifest in various forms, including fabricated text, altered images, deepfake videos, or entirely made-up stories. The goal is to create a convincing illusion of truth.</a:t>
            </a:r>
            <a:endParaRPr lang="en-US" sz="1750" dirty="0"/>
          </a:p>
        </p:txBody>
      </p:sp>
      <p:sp>
        <p:nvSpPr>
          <p:cNvPr id="7" name="Text 5"/>
          <p:cNvSpPr/>
          <p:nvPr/>
        </p:nvSpPr>
        <p:spPr>
          <a:xfrm>
            <a:off x="9677995" y="365688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Saira Medium" pitchFamily="34" charset="0"/>
                <a:ea typeface="Saira Medium" pitchFamily="34" charset="-122"/>
                <a:cs typeface="Saira Medium" pitchFamily="34" charset="-120"/>
              </a:rPr>
              <a:t>Hidden Agendas</a:t>
            </a:r>
            <a:endParaRPr lang="en-US" sz="2200" dirty="0"/>
          </a:p>
        </p:txBody>
      </p:sp>
      <p:sp>
        <p:nvSpPr>
          <p:cNvPr id="8" name="Text 6"/>
          <p:cNvSpPr/>
          <p:nvPr/>
        </p:nvSpPr>
        <p:spPr>
          <a:xfrm>
            <a:off x="9677995" y="4147304"/>
            <a:ext cx="4158615" cy="1814513"/>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The primary purpose of fake news is to mislead, manipulate emotions, or push specific political, economic, or social agendas, often for personal gain or ideological influence.</a:t>
            </a:r>
            <a:endParaRPr lang="en-US" sz="1750" dirty="0"/>
          </a:p>
        </p:txBody>
      </p:sp>
      <mc:AlternateContent xmlns:mc="http://schemas.openxmlformats.org/markup-compatibility/2006">
        <mc:Choice xmlns:p14="http://schemas.microsoft.com/office/powerpoint/2010/main" Requires="p14">
          <p:contentPart p14:bwMode="auto" r:id="rId3">
            <p14:nvContentPartPr>
              <p14:cNvPr id="9" name="Ink 8">
                <a:extLst>
                  <a:ext uri="{FF2B5EF4-FFF2-40B4-BE49-F238E27FC236}">
                    <a16:creationId xmlns:a16="http://schemas.microsoft.com/office/drawing/2014/main" id="{4D3B9778-2244-CC21-CBC6-278D8811CD9D}"/>
                  </a:ext>
                </a:extLst>
              </p14:cNvPr>
              <p14:cNvContentPartPr/>
              <p14:nvPr/>
            </p14:nvContentPartPr>
            <p14:xfrm>
              <a:off x="12954000" y="7923720"/>
              <a:ext cx="1474200" cy="48240"/>
            </p14:xfrm>
          </p:contentPart>
        </mc:Choice>
        <mc:Fallback>
          <p:pic>
            <p:nvPicPr>
              <p:cNvPr id="9" name="Ink 8">
                <a:extLst>
                  <a:ext uri="{FF2B5EF4-FFF2-40B4-BE49-F238E27FC236}">
                    <a16:creationId xmlns:a16="http://schemas.microsoft.com/office/drawing/2014/main" id="{4D3B9778-2244-CC21-CBC6-278D8811CD9D}"/>
                  </a:ext>
                </a:extLst>
              </p:cNvPr>
              <p:cNvPicPr/>
              <p:nvPr/>
            </p:nvPicPr>
            <p:blipFill>
              <a:blip r:embed="rId4"/>
              <a:stretch>
                <a:fillRect/>
              </a:stretch>
            </p:blipFill>
            <p:spPr>
              <a:xfrm>
                <a:off x="12900000" y="7815720"/>
                <a:ext cx="1581840" cy="26388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1" name="Ink 10">
                <a:extLst>
                  <a:ext uri="{FF2B5EF4-FFF2-40B4-BE49-F238E27FC236}">
                    <a16:creationId xmlns:a16="http://schemas.microsoft.com/office/drawing/2014/main" id="{B47873D7-ABF9-C880-2F32-84C91607C62A}"/>
                  </a:ext>
                </a:extLst>
              </p14:cNvPr>
              <p14:cNvContentPartPr/>
              <p14:nvPr/>
            </p14:nvContentPartPr>
            <p14:xfrm>
              <a:off x="12720179" y="7838254"/>
              <a:ext cx="1760762" cy="277852"/>
            </p14:xfrm>
          </p:contentPart>
        </mc:Choice>
        <mc:Fallback>
          <p:pic>
            <p:nvPicPr>
              <p:cNvPr id="11" name="Ink 10">
                <a:extLst>
                  <a:ext uri="{FF2B5EF4-FFF2-40B4-BE49-F238E27FC236}">
                    <a16:creationId xmlns:a16="http://schemas.microsoft.com/office/drawing/2014/main" id="{B47873D7-ABF9-C880-2F32-84C91607C62A}"/>
                  </a:ext>
                </a:extLst>
              </p:cNvPr>
              <p:cNvPicPr/>
              <p:nvPr/>
            </p:nvPicPr>
            <p:blipFill>
              <a:blip r:embed="rId6"/>
              <a:stretch>
                <a:fillRect/>
              </a:stretch>
            </p:blipFill>
            <p:spPr>
              <a:xfrm>
                <a:off x="12666179" y="7730280"/>
                <a:ext cx="1868402" cy="493439"/>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2" name="Ink 11">
                <a:extLst>
                  <a:ext uri="{FF2B5EF4-FFF2-40B4-BE49-F238E27FC236}">
                    <a16:creationId xmlns:a16="http://schemas.microsoft.com/office/drawing/2014/main" id="{3A74E414-4074-C0E1-A453-717A16E896BA}"/>
                  </a:ext>
                </a:extLst>
              </p14:cNvPr>
              <p14:cNvContentPartPr/>
              <p14:nvPr/>
            </p14:nvContentPartPr>
            <p14:xfrm>
              <a:off x="14447640" y="8092560"/>
              <a:ext cx="360" cy="360"/>
            </p14:xfrm>
          </p:contentPart>
        </mc:Choice>
        <mc:Fallback>
          <p:pic>
            <p:nvPicPr>
              <p:cNvPr id="12" name="Ink 11">
                <a:extLst>
                  <a:ext uri="{FF2B5EF4-FFF2-40B4-BE49-F238E27FC236}">
                    <a16:creationId xmlns:a16="http://schemas.microsoft.com/office/drawing/2014/main" id="{3A74E414-4074-C0E1-A453-717A16E896BA}"/>
                  </a:ext>
                </a:extLst>
              </p:cNvPr>
              <p:cNvPicPr/>
              <p:nvPr/>
            </p:nvPicPr>
            <p:blipFill>
              <a:blip r:embed="rId8"/>
              <a:stretch>
                <a:fillRect/>
              </a:stretch>
            </p:blipFill>
            <p:spPr>
              <a:xfrm>
                <a:off x="14393640" y="798456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3" name="Ink 12">
                <a:extLst>
                  <a:ext uri="{FF2B5EF4-FFF2-40B4-BE49-F238E27FC236}">
                    <a16:creationId xmlns:a16="http://schemas.microsoft.com/office/drawing/2014/main" id="{40D55430-A507-9FEB-DF6B-4133EACE2FCD}"/>
                  </a:ext>
                </a:extLst>
              </p14:cNvPr>
              <p14:cNvContentPartPr/>
              <p14:nvPr/>
            </p14:nvContentPartPr>
            <p14:xfrm>
              <a:off x="14364840" y="8092560"/>
              <a:ext cx="6120" cy="360"/>
            </p14:xfrm>
          </p:contentPart>
        </mc:Choice>
        <mc:Fallback>
          <p:pic>
            <p:nvPicPr>
              <p:cNvPr id="13" name="Ink 12">
                <a:extLst>
                  <a:ext uri="{FF2B5EF4-FFF2-40B4-BE49-F238E27FC236}">
                    <a16:creationId xmlns:a16="http://schemas.microsoft.com/office/drawing/2014/main" id="{40D55430-A507-9FEB-DF6B-4133EACE2FCD}"/>
                  </a:ext>
                </a:extLst>
              </p:cNvPr>
              <p:cNvPicPr/>
              <p:nvPr/>
            </p:nvPicPr>
            <p:blipFill>
              <a:blip r:embed="rId10"/>
              <a:stretch>
                <a:fillRect/>
              </a:stretch>
            </p:blipFill>
            <p:spPr>
              <a:xfrm>
                <a:off x="14311200" y="7984560"/>
                <a:ext cx="1137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4" name="Ink 13">
                <a:extLst>
                  <a:ext uri="{FF2B5EF4-FFF2-40B4-BE49-F238E27FC236}">
                    <a16:creationId xmlns:a16="http://schemas.microsoft.com/office/drawing/2014/main" id="{EB05D9DF-35B3-8E9A-6E20-F17F33E87080}"/>
                  </a:ext>
                </a:extLst>
              </p14:cNvPr>
              <p14:cNvContentPartPr/>
              <p14:nvPr/>
            </p14:nvContentPartPr>
            <p14:xfrm>
              <a:off x="14177280" y="8092560"/>
              <a:ext cx="72360" cy="360"/>
            </p14:xfrm>
          </p:contentPart>
        </mc:Choice>
        <mc:Fallback>
          <p:pic>
            <p:nvPicPr>
              <p:cNvPr id="14" name="Ink 13">
                <a:extLst>
                  <a:ext uri="{FF2B5EF4-FFF2-40B4-BE49-F238E27FC236}">
                    <a16:creationId xmlns:a16="http://schemas.microsoft.com/office/drawing/2014/main" id="{EB05D9DF-35B3-8E9A-6E20-F17F33E87080}"/>
                  </a:ext>
                </a:extLst>
              </p:cNvPr>
              <p:cNvPicPr/>
              <p:nvPr/>
            </p:nvPicPr>
            <p:blipFill>
              <a:blip r:embed="rId12"/>
              <a:stretch>
                <a:fillRect/>
              </a:stretch>
            </p:blipFill>
            <p:spPr>
              <a:xfrm>
                <a:off x="14123640" y="7984560"/>
                <a:ext cx="180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5" name="Ink 14">
                <a:extLst>
                  <a:ext uri="{FF2B5EF4-FFF2-40B4-BE49-F238E27FC236}">
                    <a16:creationId xmlns:a16="http://schemas.microsoft.com/office/drawing/2014/main" id="{823D47D9-C795-7962-44CE-3062D94A12EB}"/>
                  </a:ext>
                </a:extLst>
              </p14:cNvPr>
              <p14:cNvContentPartPr/>
              <p14:nvPr/>
            </p14:nvContentPartPr>
            <p14:xfrm>
              <a:off x="14112120" y="8092560"/>
              <a:ext cx="360" cy="360"/>
            </p14:xfrm>
          </p:contentPart>
        </mc:Choice>
        <mc:Fallback>
          <p:pic>
            <p:nvPicPr>
              <p:cNvPr id="15" name="Ink 14">
                <a:extLst>
                  <a:ext uri="{FF2B5EF4-FFF2-40B4-BE49-F238E27FC236}">
                    <a16:creationId xmlns:a16="http://schemas.microsoft.com/office/drawing/2014/main" id="{823D47D9-C795-7962-44CE-3062D94A12EB}"/>
                  </a:ext>
                </a:extLst>
              </p:cNvPr>
              <p:cNvPicPr/>
              <p:nvPr/>
            </p:nvPicPr>
            <p:blipFill>
              <a:blip r:embed="rId8"/>
              <a:stretch>
                <a:fillRect/>
              </a:stretch>
            </p:blipFill>
            <p:spPr>
              <a:xfrm>
                <a:off x="14058480" y="798456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6" name="Ink 15">
                <a:extLst>
                  <a:ext uri="{FF2B5EF4-FFF2-40B4-BE49-F238E27FC236}">
                    <a16:creationId xmlns:a16="http://schemas.microsoft.com/office/drawing/2014/main" id="{2CBE81BE-70C9-8625-7009-8807D26D5B4F}"/>
                  </a:ext>
                </a:extLst>
              </p14:cNvPr>
              <p14:cNvContentPartPr/>
              <p14:nvPr/>
            </p14:nvContentPartPr>
            <p14:xfrm>
              <a:off x="14147040" y="8061960"/>
              <a:ext cx="72360" cy="360"/>
            </p14:xfrm>
          </p:contentPart>
        </mc:Choice>
        <mc:Fallback>
          <p:pic>
            <p:nvPicPr>
              <p:cNvPr id="16" name="Ink 15">
                <a:extLst>
                  <a:ext uri="{FF2B5EF4-FFF2-40B4-BE49-F238E27FC236}">
                    <a16:creationId xmlns:a16="http://schemas.microsoft.com/office/drawing/2014/main" id="{2CBE81BE-70C9-8625-7009-8807D26D5B4F}"/>
                  </a:ext>
                </a:extLst>
              </p:cNvPr>
              <p:cNvPicPr/>
              <p:nvPr/>
            </p:nvPicPr>
            <p:blipFill>
              <a:blip r:embed="rId12"/>
              <a:stretch>
                <a:fillRect/>
              </a:stretch>
            </p:blipFill>
            <p:spPr>
              <a:xfrm>
                <a:off x="14093040" y="7953960"/>
                <a:ext cx="180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7" name="Ink 16">
                <a:extLst>
                  <a:ext uri="{FF2B5EF4-FFF2-40B4-BE49-F238E27FC236}">
                    <a16:creationId xmlns:a16="http://schemas.microsoft.com/office/drawing/2014/main" id="{40BB7808-DC52-BBD2-2C68-F725ECC10C3D}"/>
                  </a:ext>
                </a:extLst>
              </p14:cNvPr>
              <p14:cNvContentPartPr/>
              <p14:nvPr/>
            </p14:nvContentPartPr>
            <p14:xfrm>
              <a:off x="13565280" y="8031360"/>
              <a:ext cx="165960" cy="360"/>
            </p14:xfrm>
          </p:contentPart>
        </mc:Choice>
        <mc:Fallback>
          <p:pic>
            <p:nvPicPr>
              <p:cNvPr id="17" name="Ink 16">
                <a:extLst>
                  <a:ext uri="{FF2B5EF4-FFF2-40B4-BE49-F238E27FC236}">
                    <a16:creationId xmlns:a16="http://schemas.microsoft.com/office/drawing/2014/main" id="{40BB7808-DC52-BBD2-2C68-F725ECC10C3D}"/>
                  </a:ext>
                </a:extLst>
              </p:cNvPr>
              <p:cNvPicPr/>
              <p:nvPr/>
            </p:nvPicPr>
            <p:blipFill>
              <a:blip r:embed="rId16"/>
              <a:stretch>
                <a:fillRect/>
              </a:stretch>
            </p:blipFill>
            <p:spPr>
              <a:xfrm>
                <a:off x="13511280" y="7923720"/>
                <a:ext cx="2736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8" name="Ink 17">
                <a:extLst>
                  <a:ext uri="{FF2B5EF4-FFF2-40B4-BE49-F238E27FC236}">
                    <a16:creationId xmlns:a16="http://schemas.microsoft.com/office/drawing/2014/main" id="{74690BBB-5CF4-68EC-0AFB-23F095B83E3A}"/>
                  </a:ext>
                </a:extLst>
              </p14:cNvPr>
              <p14:cNvContentPartPr/>
              <p14:nvPr/>
            </p14:nvContentPartPr>
            <p14:xfrm>
              <a:off x="13217160" y="8000760"/>
              <a:ext cx="72360" cy="360"/>
            </p14:xfrm>
          </p:contentPart>
        </mc:Choice>
        <mc:Fallback>
          <p:pic>
            <p:nvPicPr>
              <p:cNvPr id="18" name="Ink 17">
                <a:extLst>
                  <a:ext uri="{FF2B5EF4-FFF2-40B4-BE49-F238E27FC236}">
                    <a16:creationId xmlns:a16="http://schemas.microsoft.com/office/drawing/2014/main" id="{74690BBB-5CF4-68EC-0AFB-23F095B83E3A}"/>
                  </a:ext>
                </a:extLst>
              </p:cNvPr>
              <p:cNvPicPr/>
              <p:nvPr/>
            </p:nvPicPr>
            <p:blipFill>
              <a:blip r:embed="rId12"/>
              <a:stretch>
                <a:fillRect/>
              </a:stretch>
            </p:blipFill>
            <p:spPr>
              <a:xfrm>
                <a:off x="13163520" y="7893120"/>
                <a:ext cx="180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9" name="Ink 18">
                <a:extLst>
                  <a:ext uri="{FF2B5EF4-FFF2-40B4-BE49-F238E27FC236}">
                    <a16:creationId xmlns:a16="http://schemas.microsoft.com/office/drawing/2014/main" id="{615CEC73-4AED-1B79-E03C-D49F0C273507}"/>
                  </a:ext>
                </a:extLst>
              </p14:cNvPr>
              <p14:cNvContentPartPr/>
              <p14:nvPr/>
            </p14:nvContentPartPr>
            <p14:xfrm>
              <a:off x="13021320" y="8000760"/>
              <a:ext cx="39600" cy="9360"/>
            </p14:xfrm>
          </p:contentPart>
        </mc:Choice>
        <mc:Fallback>
          <p:pic>
            <p:nvPicPr>
              <p:cNvPr id="19" name="Ink 18">
                <a:extLst>
                  <a:ext uri="{FF2B5EF4-FFF2-40B4-BE49-F238E27FC236}">
                    <a16:creationId xmlns:a16="http://schemas.microsoft.com/office/drawing/2014/main" id="{615CEC73-4AED-1B79-E03C-D49F0C273507}"/>
                  </a:ext>
                </a:extLst>
              </p:cNvPr>
              <p:cNvPicPr/>
              <p:nvPr/>
            </p:nvPicPr>
            <p:blipFill>
              <a:blip r:embed="rId19"/>
              <a:stretch>
                <a:fillRect/>
              </a:stretch>
            </p:blipFill>
            <p:spPr>
              <a:xfrm>
                <a:off x="12967320" y="7893120"/>
                <a:ext cx="147240" cy="2250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20" name="Ink 19">
                <a:extLst>
                  <a:ext uri="{FF2B5EF4-FFF2-40B4-BE49-F238E27FC236}">
                    <a16:creationId xmlns:a16="http://schemas.microsoft.com/office/drawing/2014/main" id="{DB6F4415-6C5A-3185-B64D-FD4871468E84}"/>
                  </a:ext>
                </a:extLst>
              </p14:cNvPr>
              <p14:cNvContentPartPr/>
              <p14:nvPr/>
            </p14:nvContentPartPr>
            <p14:xfrm>
              <a:off x="12938520" y="8031360"/>
              <a:ext cx="360" cy="6120"/>
            </p14:xfrm>
          </p:contentPart>
        </mc:Choice>
        <mc:Fallback>
          <p:pic>
            <p:nvPicPr>
              <p:cNvPr id="20" name="Ink 19">
                <a:extLst>
                  <a:ext uri="{FF2B5EF4-FFF2-40B4-BE49-F238E27FC236}">
                    <a16:creationId xmlns:a16="http://schemas.microsoft.com/office/drawing/2014/main" id="{DB6F4415-6C5A-3185-B64D-FD4871468E84}"/>
                  </a:ext>
                </a:extLst>
              </p:cNvPr>
              <p:cNvPicPr/>
              <p:nvPr/>
            </p:nvPicPr>
            <p:blipFill>
              <a:blip r:embed="rId21"/>
              <a:stretch>
                <a:fillRect/>
              </a:stretch>
            </p:blipFill>
            <p:spPr>
              <a:xfrm>
                <a:off x="12884520" y="7923720"/>
                <a:ext cx="108000" cy="22176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21" name="Ink 20">
                <a:extLst>
                  <a:ext uri="{FF2B5EF4-FFF2-40B4-BE49-F238E27FC236}">
                    <a16:creationId xmlns:a16="http://schemas.microsoft.com/office/drawing/2014/main" id="{4D126FD7-82E2-7EBF-B566-90A3685C1E4A}"/>
                  </a:ext>
                </a:extLst>
              </p14:cNvPr>
              <p14:cNvContentPartPr/>
              <p14:nvPr/>
            </p14:nvContentPartPr>
            <p14:xfrm>
              <a:off x="13029960" y="8046480"/>
              <a:ext cx="178920" cy="360"/>
            </p14:xfrm>
          </p:contentPart>
        </mc:Choice>
        <mc:Fallback>
          <p:pic>
            <p:nvPicPr>
              <p:cNvPr id="21" name="Ink 20">
                <a:extLst>
                  <a:ext uri="{FF2B5EF4-FFF2-40B4-BE49-F238E27FC236}">
                    <a16:creationId xmlns:a16="http://schemas.microsoft.com/office/drawing/2014/main" id="{4D126FD7-82E2-7EBF-B566-90A3685C1E4A}"/>
                  </a:ext>
                </a:extLst>
              </p:cNvPr>
              <p:cNvPicPr/>
              <p:nvPr/>
            </p:nvPicPr>
            <p:blipFill>
              <a:blip r:embed="rId23"/>
              <a:stretch>
                <a:fillRect/>
              </a:stretch>
            </p:blipFill>
            <p:spPr>
              <a:xfrm>
                <a:off x="12975960" y="7938480"/>
                <a:ext cx="2865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22" name="Ink 21">
                <a:extLst>
                  <a:ext uri="{FF2B5EF4-FFF2-40B4-BE49-F238E27FC236}">
                    <a16:creationId xmlns:a16="http://schemas.microsoft.com/office/drawing/2014/main" id="{C80E5D62-F23B-4C45-F14D-F097D57E7DF8}"/>
                  </a:ext>
                </a:extLst>
              </p14:cNvPr>
              <p14:cNvContentPartPr/>
              <p14:nvPr/>
            </p14:nvContentPartPr>
            <p14:xfrm>
              <a:off x="14341080" y="8107320"/>
              <a:ext cx="360" cy="360"/>
            </p14:xfrm>
          </p:contentPart>
        </mc:Choice>
        <mc:Fallback>
          <p:pic>
            <p:nvPicPr>
              <p:cNvPr id="22" name="Ink 21">
                <a:extLst>
                  <a:ext uri="{FF2B5EF4-FFF2-40B4-BE49-F238E27FC236}">
                    <a16:creationId xmlns:a16="http://schemas.microsoft.com/office/drawing/2014/main" id="{C80E5D62-F23B-4C45-F14D-F097D57E7DF8}"/>
                  </a:ext>
                </a:extLst>
              </p:cNvPr>
              <p:cNvPicPr/>
              <p:nvPr/>
            </p:nvPicPr>
            <p:blipFill>
              <a:blip r:embed="rId8"/>
              <a:stretch>
                <a:fillRect/>
              </a:stretch>
            </p:blipFill>
            <p:spPr>
              <a:xfrm>
                <a:off x="14287080" y="7999680"/>
                <a:ext cx="108000" cy="216000"/>
              </a:xfrm>
              <a:prstGeom prst="rect">
                <a:avLst/>
              </a:prstGeom>
            </p:spPr>
          </p:pic>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21638" y="566976"/>
            <a:ext cx="8076128" cy="644366"/>
          </a:xfrm>
          <a:prstGeom prst="rect">
            <a:avLst/>
          </a:prstGeom>
          <a:noFill/>
          <a:ln/>
        </p:spPr>
        <p:txBody>
          <a:bodyPr wrap="none" lIns="0" tIns="0" rIns="0" bIns="0" rtlCol="0" anchor="t"/>
          <a:lstStyle/>
          <a:p>
            <a:pPr marL="0" indent="0" algn="l">
              <a:lnSpc>
                <a:spcPts val="5050"/>
              </a:lnSpc>
              <a:buNone/>
            </a:pPr>
            <a:r>
              <a:rPr lang="en-US" sz="4050" dirty="0">
                <a:solidFill>
                  <a:srgbClr val="FFFFFF"/>
                </a:solidFill>
                <a:latin typeface="Saira Medium" pitchFamily="34" charset="0"/>
                <a:ea typeface="Saira Medium" pitchFamily="34" charset="-122"/>
                <a:cs typeface="Saira Medium" pitchFamily="34" charset="-120"/>
              </a:rPr>
              <a:t>How NLP Helps Detect Fake News</a:t>
            </a:r>
            <a:endParaRPr lang="en-US" sz="4050" dirty="0"/>
          </a:p>
        </p:txBody>
      </p:sp>
      <p:pic>
        <p:nvPicPr>
          <p:cNvPr id="3" name="Image 0" descr="preencoded.png"/>
          <p:cNvPicPr>
            <a:picLocks noChangeAspect="1"/>
          </p:cNvPicPr>
          <p:nvPr/>
        </p:nvPicPr>
        <p:blipFill>
          <a:blip r:embed="rId3"/>
          <a:stretch>
            <a:fillRect/>
          </a:stretch>
        </p:blipFill>
        <p:spPr>
          <a:xfrm>
            <a:off x="721638" y="1752481"/>
            <a:ext cx="6342102" cy="6342102"/>
          </a:xfrm>
          <a:prstGeom prst="rect">
            <a:avLst/>
          </a:prstGeom>
        </p:spPr>
      </p:pic>
      <p:sp>
        <p:nvSpPr>
          <p:cNvPr id="4" name="Text 1"/>
          <p:cNvSpPr/>
          <p:nvPr/>
        </p:nvSpPr>
        <p:spPr>
          <a:xfrm>
            <a:off x="7574280" y="1706047"/>
            <a:ext cx="6342102" cy="989767"/>
          </a:xfrm>
          <a:prstGeom prst="rect">
            <a:avLst/>
          </a:prstGeom>
          <a:noFill/>
          <a:ln/>
        </p:spPr>
        <p:txBody>
          <a:bodyPr wrap="square" lIns="0" tIns="0" rIns="0" bIns="0" rtlCol="0" anchor="t"/>
          <a:lstStyle/>
          <a:p>
            <a:pPr marL="0" indent="0" algn="l">
              <a:lnSpc>
                <a:spcPts val="2550"/>
              </a:lnSpc>
              <a:buNone/>
            </a:pPr>
            <a:r>
              <a:rPr lang="en-US" sz="1600" dirty="0">
                <a:solidFill>
                  <a:srgbClr val="E5E0DF"/>
                </a:solidFill>
                <a:latin typeface="Roboto" pitchFamily="34" charset="0"/>
                <a:ea typeface="Roboto" pitchFamily="34" charset="-122"/>
                <a:cs typeface="Roboto" pitchFamily="34" charset="-120"/>
              </a:rPr>
              <a:t>Natural Language Processing (NLP) provides a powerful toolkit for combating fake news by enabling machines to </a:t>
            </a:r>
            <a:r>
              <a:rPr lang="en-US" sz="1600" dirty="0">
                <a:solidFill>
                  <a:srgbClr val="FC8337"/>
                </a:solidFill>
                <a:latin typeface="Roboto" pitchFamily="34" charset="0"/>
                <a:ea typeface="Roboto" pitchFamily="34" charset="-122"/>
                <a:cs typeface="Roboto" pitchFamily="34" charset="-120"/>
              </a:rPr>
              <a:t>understand, interpret, and analyze human language</a:t>
            </a:r>
            <a:r>
              <a:rPr lang="en-US" sz="1600" dirty="0">
                <a:solidFill>
                  <a:srgbClr val="E5E0DF"/>
                </a:solidFill>
                <a:latin typeface="Roboto" pitchFamily="34" charset="0"/>
                <a:ea typeface="Roboto" pitchFamily="34" charset="-122"/>
                <a:cs typeface="Roboto" pitchFamily="34" charset="-120"/>
              </a:rPr>
              <a:t> at scale.</a:t>
            </a:r>
            <a:endParaRPr lang="en-US" sz="1600" dirty="0"/>
          </a:p>
        </p:txBody>
      </p:sp>
      <p:sp>
        <p:nvSpPr>
          <p:cNvPr id="5" name="Text 2"/>
          <p:cNvSpPr/>
          <p:nvPr/>
        </p:nvSpPr>
        <p:spPr>
          <a:xfrm>
            <a:off x="7574280" y="2881313"/>
            <a:ext cx="6342102" cy="989767"/>
          </a:xfrm>
          <a:prstGeom prst="rect">
            <a:avLst/>
          </a:prstGeom>
          <a:noFill/>
          <a:ln/>
        </p:spPr>
        <p:txBody>
          <a:bodyPr wrap="square" lIns="0" tIns="0" rIns="0" bIns="0" rtlCol="0" anchor="t"/>
          <a:lstStyle/>
          <a:p>
            <a:pPr marL="342900" indent="-342900" algn="l">
              <a:lnSpc>
                <a:spcPts val="2550"/>
              </a:lnSpc>
              <a:buSzPct val="100000"/>
              <a:buChar char="•"/>
            </a:pPr>
            <a:r>
              <a:rPr lang="en-US" sz="1600" b="1" dirty="0">
                <a:solidFill>
                  <a:srgbClr val="E5E0DF"/>
                </a:solidFill>
                <a:latin typeface="Roboto" pitchFamily="34" charset="0"/>
                <a:ea typeface="Roboto" pitchFamily="34" charset="-122"/>
                <a:cs typeface="Roboto" pitchFamily="34" charset="-120"/>
              </a:rPr>
              <a:t>Analyzes text patterns:</a:t>
            </a:r>
            <a:r>
              <a:rPr lang="en-US" sz="1600" dirty="0">
                <a:solidFill>
                  <a:srgbClr val="E5E0DF"/>
                </a:solidFill>
                <a:latin typeface="Roboto" pitchFamily="34" charset="0"/>
                <a:ea typeface="Roboto" pitchFamily="34" charset="-122"/>
                <a:cs typeface="Roboto" pitchFamily="34" charset="-120"/>
              </a:rPr>
              <a:t> NLP algorithms can dissect stylistic elements, grammatical structures, and vocabulary choices that distinguish legitimate reporting from fabricated content.</a:t>
            </a:r>
            <a:endParaRPr lang="en-US" sz="1600" dirty="0"/>
          </a:p>
        </p:txBody>
      </p:sp>
      <p:sp>
        <p:nvSpPr>
          <p:cNvPr id="6" name="Text 3"/>
          <p:cNvSpPr/>
          <p:nvPr/>
        </p:nvSpPr>
        <p:spPr>
          <a:xfrm>
            <a:off x="7574280" y="3943231"/>
            <a:ext cx="6342102" cy="1319689"/>
          </a:xfrm>
          <a:prstGeom prst="rect">
            <a:avLst/>
          </a:prstGeom>
          <a:noFill/>
          <a:ln/>
        </p:spPr>
        <p:txBody>
          <a:bodyPr wrap="square" lIns="0" tIns="0" rIns="0" bIns="0" rtlCol="0" anchor="t"/>
          <a:lstStyle/>
          <a:p>
            <a:pPr marL="342900" indent="-342900" algn="l">
              <a:lnSpc>
                <a:spcPts val="2550"/>
              </a:lnSpc>
              <a:buSzPct val="100000"/>
              <a:buChar char="•"/>
            </a:pPr>
            <a:r>
              <a:rPr lang="en-US" sz="1600" b="1" dirty="0">
                <a:solidFill>
                  <a:srgbClr val="E5E0DF"/>
                </a:solidFill>
                <a:latin typeface="Roboto" pitchFamily="34" charset="0"/>
                <a:ea typeface="Roboto" pitchFamily="34" charset="-122"/>
                <a:cs typeface="Roboto" pitchFamily="34" charset="-120"/>
              </a:rPr>
              <a:t>Flags suspicious content:</a:t>
            </a:r>
            <a:r>
              <a:rPr lang="en-US" sz="1600" dirty="0">
                <a:solidFill>
                  <a:srgbClr val="E5E0DF"/>
                </a:solidFill>
                <a:latin typeface="Roboto" pitchFamily="34" charset="0"/>
                <a:ea typeface="Roboto" pitchFamily="34" charset="-122"/>
                <a:cs typeface="Roboto" pitchFamily="34" charset="-120"/>
              </a:rPr>
              <a:t> By examining subtle cues like unusual word pairings, excessive emotional language, or lack of factual details, NLP models can identify articles that deviate from typical journalistic standards.</a:t>
            </a:r>
            <a:endParaRPr lang="en-US" sz="1600" dirty="0"/>
          </a:p>
        </p:txBody>
      </p:sp>
      <p:sp>
        <p:nvSpPr>
          <p:cNvPr id="7" name="Text 4"/>
          <p:cNvSpPr/>
          <p:nvPr/>
        </p:nvSpPr>
        <p:spPr>
          <a:xfrm>
            <a:off x="7574280" y="5335072"/>
            <a:ext cx="6342102" cy="1319689"/>
          </a:xfrm>
          <a:prstGeom prst="rect">
            <a:avLst/>
          </a:prstGeom>
          <a:noFill/>
          <a:ln/>
        </p:spPr>
        <p:txBody>
          <a:bodyPr wrap="square" lIns="0" tIns="0" rIns="0" bIns="0" rtlCol="0" anchor="t"/>
          <a:lstStyle/>
          <a:p>
            <a:pPr marL="342900" indent="-342900" algn="l">
              <a:lnSpc>
                <a:spcPts val="2550"/>
              </a:lnSpc>
              <a:buSzPct val="100000"/>
              <a:buChar char="•"/>
            </a:pPr>
            <a:r>
              <a:rPr lang="en-US" sz="1600" b="1" dirty="0">
                <a:solidFill>
                  <a:srgbClr val="E5E0DF"/>
                </a:solidFill>
                <a:latin typeface="Roboto" pitchFamily="34" charset="0"/>
                <a:ea typeface="Roboto" pitchFamily="34" charset="-122"/>
                <a:cs typeface="Roboto" pitchFamily="34" charset="-120"/>
              </a:rPr>
              <a:t>Enables scalable detection:</a:t>
            </a:r>
            <a:r>
              <a:rPr lang="en-US" sz="1600" dirty="0">
                <a:solidFill>
                  <a:srgbClr val="E5E0DF"/>
                </a:solidFill>
                <a:latin typeface="Roboto" pitchFamily="34" charset="0"/>
                <a:ea typeface="Roboto" pitchFamily="34" charset="-122"/>
                <a:cs typeface="Roboto" pitchFamily="34" charset="-120"/>
              </a:rPr>
              <a:t> Unlike human fact-checkers, NLP systems can process vast amounts of data in real-time, making them indispensable for monitoring the sheer volume of information circulating online.</a:t>
            </a:r>
            <a:endParaRPr lang="en-US" sz="1600" dirty="0"/>
          </a:p>
        </p:txBody>
      </p:sp>
      <mc:AlternateContent xmlns:mc="http://schemas.openxmlformats.org/markup-compatibility/2006">
        <mc:Choice xmlns:p14="http://schemas.microsoft.com/office/powerpoint/2010/main" Requires="p14">
          <p:contentPart p14:bwMode="auto" r:id="rId4">
            <p14:nvContentPartPr>
              <p14:cNvPr id="8" name="Ink 7">
                <a:extLst>
                  <a:ext uri="{FF2B5EF4-FFF2-40B4-BE49-F238E27FC236}">
                    <a16:creationId xmlns:a16="http://schemas.microsoft.com/office/drawing/2014/main" id="{48E4B462-BA39-1B67-1B08-18198DD856BA}"/>
                  </a:ext>
                </a:extLst>
              </p14:cNvPr>
              <p14:cNvContentPartPr/>
              <p14:nvPr/>
            </p14:nvContentPartPr>
            <p14:xfrm>
              <a:off x="13822680" y="7894200"/>
              <a:ext cx="360" cy="360"/>
            </p14:xfrm>
          </p:contentPart>
        </mc:Choice>
        <mc:Fallback>
          <p:pic>
            <p:nvPicPr>
              <p:cNvPr id="8" name="Ink 7">
                <a:extLst>
                  <a:ext uri="{FF2B5EF4-FFF2-40B4-BE49-F238E27FC236}">
                    <a16:creationId xmlns:a16="http://schemas.microsoft.com/office/drawing/2014/main" id="{48E4B462-BA39-1B67-1B08-18198DD856BA}"/>
                  </a:ext>
                </a:extLst>
              </p:cNvPr>
              <p:cNvPicPr/>
              <p:nvPr/>
            </p:nvPicPr>
            <p:blipFill>
              <a:blip r:embed="rId5"/>
              <a:stretch>
                <a:fillRect/>
              </a:stretch>
            </p:blipFill>
            <p:spPr>
              <a:xfrm>
                <a:off x="13768680" y="778620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9" name="Ink 8">
                <a:extLst>
                  <a:ext uri="{FF2B5EF4-FFF2-40B4-BE49-F238E27FC236}">
                    <a16:creationId xmlns:a16="http://schemas.microsoft.com/office/drawing/2014/main" id="{7EB5FB1F-795A-B6D6-7373-3ACC25B5E6D5}"/>
                  </a:ext>
                </a:extLst>
              </p14:cNvPr>
              <p14:cNvContentPartPr/>
              <p14:nvPr/>
            </p14:nvContentPartPr>
            <p14:xfrm>
              <a:off x="13822680" y="7894200"/>
              <a:ext cx="169200" cy="16560"/>
            </p14:xfrm>
          </p:contentPart>
        </mc:Choice>
        <mc:Fallback>
          <p:pic>
            <p:nvPicPr>
              <p:cNvPr id="9" name="Ink 8">
                <a:extLst>
                  <a:ext uri="{FF2B5EF4-FFF2-40B4-BE49-F238E27FC236}">
                    <a16:creationId xmlns:a16="http://schemas.microsoft.com/office/drawing/2014/main" id="{7EB5FB1F-795A-B6D6-7373-3ACC25B5E6D5}"/>
                  </a:ext>
                </a:extLst>
              </p:cNvPr>
              <p:cNvPicPr/>
              <p:nvPr/>
            </p:nvPicPr>
            <p:blipFill>
              <a:blip r:embed="rId7"/>
              <a:stretch>
                <a:fillRect/>
              </a:stretch>
            </p:blipFill>
            <p:spPr>
              <a:xfrm>
                <a:off x="13768680" y="7786200"/>
                <a:ext cx="276840" cy="2322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0" name="Ink 9">
                <a:extLst>
                  <a:ext uri="{FF2B5EF4-FFF2-40B4-BE49-F238E27FC236}">
                    <a16:creationId xmlns:a16="http://schemas.microsoft.com/office/drawing/2014/main" id="{A35EC931-4FAD-FBC5-C902-DED12076828E}"/>
                  </a:ext>
                </a:extLst>
              </p14:cNvPr>
              <p14:cNvContentPartPr/>
              <p14:nvPr/>
            </p14:nvContentPartPr>
            <p14:xfrm>
              <a:off x="14035800" y="7909680"/>
              <a:ext cx="39960" cy="360"/>
            </p14:xfrm>
          </p:contentPart>
        </mc:Choice>
        <mc:Fallback>
          <p:pic>
            <p:nvPicPr>
              <p:cNvPr id="10" name="Ink 9">
                <a:extLst>
                  <a:ext uri="{FF2B5EF4-FFF2-40B4-BE49-F238E27FC236}">
                    <a16:creationId xmlns:a16="http://schemas.microsoft.com/office/drawing/2014/main" id="{A35EC931-4FAD-FBC5-C902-DED12076828E}"/>
                  </a:ext>
                </a:extLst>
              </p:cNvPr>
              <p:cNvPicPr/>
              <p:nvPr/>
            </p:nvPicPr>
            <p:blipFill>
              <a:blip r:embed="rId9"/>
              <a:stretch>
                <a:fillRect/>
              </a:stretch>
            </p:blipFill>
            <p:spPr>
              <a:xfrm>
                <a:off x="13981800" y="7801680"/>
                <a:ext cx="1476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1" name="Ink 10">
                <a:extLst>
                  <a:ext uri="{FF2B5EF4-FFF2-40B4-BE49-F238E27FC236}">
                    <a16:creationId xmlns:a16="http://schemas.microsoft.com/office/drawing/2014/main" id="{FA60CB4A-EA77-78F0-A06A-39A7E1B4EC62}"/>
                  </a:ext>
                </a:extLst>
              </p14:cNvPr>
              <p14:cNvContentPartPr/>
              <p14:nvPr/>
            </p14:nvContentPartPr>
            <p14:xfrm>
              <a:off x="14233800" y="7909680"/>
              <a:ext cx="15840" cy="360"/>
            </p14:xfrm>
          </p:contentPart>
        </mc:Choice>
        <mc:Fallback>
          <p:pic>
            <p:nvPicPr>
              <p:cNvPr id="11" name="Ink 10">
                <a:extLst>
                  <a:ext uri="{FF2B5EF4-FFF2-40B4-BE49-F238E27FC236}">
                    <a16:creationId xmlns:a16="http://schemas.microsoft.com/office/drawing/2014/main" id="{FA60CB4A-EA77-78F0-A06A-39A7E1B4EC62}"/>
                  </a:ext>
                </a:extLst>
              </p:cNvPr>
              <p:cNvPicPr/>
              <p:nvPr/>
            </p:nvPicPr>
            <p:blipFill>
              <a:blip r:embed="rId11"/>
              <a:stretch>
                <a:fillRect/>
              </a:stretch>
            </p:blipFill>
            <p:spPr>
              <a:xfrm>
                <a:off x="14179800" y="7801680"/>
                <a:ext cx="12348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2" name="Ink 11">
                <a:extLst>
                  <a:ext uri="{FF2B5EF4-FFF2-40B4-BE49-F238E27FC236}">
                    <a16:creationId xmlns:a16="http://schemas.microsoft.com/office/drawing/2014/main" id="{DBD47EAA-5288-9E07-055F-BAFA68A76023}"/>
                  </a:ext>
                </a:extLst>
              </p14:cNvPr>
              <p14:cNvContentPartPr/>
              <p14:nvPr/>
            </p14:nvContentPartPr>
            <p14:xfrm>
              <a:off x="14264400" y="7909680"/>
              <a:ext cx="360" cy="360"/>
            </p14:xfrm>
          </p:contentPart>
        </mc:Choice>
        <mc:Fallback>
          <p:pic>
            <p:nvPicPr>
              <p:cNvPr id="12" name="Ink 11">
                <a:extLst>
                  <a:ext uri="{FF2B5EF4-FFF2-40B4-BE49-F238E27FC236}">
                    <a16:creationId xmlns:a16="http://schemas.microsoft.com/office/drawing/2014/main" id="{DBD47EAA-5288-9E07-055F-BAFA68A76023}"/>
                  </a:ext>
                </a:extLst>
              </p:cNvPr>
              <p:cNvPicPr/>
              <p:nvPr/>
            </p:nvPicPr>
            <p:blipFill>
              <a:blip r:embed="rId5"/>
              <a:stretch>
                <a:fillRect/>
              </a:stretch>
            </p:blipFill>
            <p:spPr>
              <a:xfrm>
                <a:off x="14210400" y="780168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3" name="Ink 12">
                <a:extLst>
                  <a:ext uri="{FF2B5EF4-FFF2-40B4-BE49-F238E27FC236}">
                    <a16:creationId xmlns:a16="http://schemas.microsoft.com/office/drawing/2014/main" id="{BD00C0FC-78B7-BD27-E0DE-8DAEC783F630}"/>
                  </a:ext>
                </a:extLst>
              </p14:cNvPr>
              <p14:cNvContentPartPr/>
              <p14:nvPr/>
            </p14:nvContentPartPr>
            <p14:xfrm>
              <a:off x="14213280" y="7909680"/>
              <a:ext cx="51480" cy="360"/>
            </p14:xfrm>
          </p:contentPart>
        </mc:Choice>
        <mc:Fallback>
          <p:pic>
            <p:nvPicPr>
              <p:cNvPr id="13" name="Ink 12">
                <a:extLst>
                  <a:ext uri="{FF2B5EF4-FFF2-40B4-BE49-F238E27FC236}">
                    <a16:creationId xmlns:a16="http://schemas.microsoft.com/office/drawing/2014/main" id="{BD00C0FC-78B7-BD27-E0DE-8DAEC783F630}"/>
                  </a:ext>
                </a:extLst>
              </p:cNvPr>
              <p:cNvPicPr/>
              <p:nvPr/>
            </p:nvPicPr>
            <p:blipFill>
              <a:blip r:embed="rId14"/>
              <a:stretch>
                <a:fillRect/>
              </a:stretch>
            </p:blipFill>
            <p:spPr>
              <a:xfrm>
                <a:off x="14159280" y="7801680"/>
                <a:ext cx="1591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4" name="Ink 13">
                <a:extLst>
                  <a:ext uri="{FF2B5EF4-FFF2-40B4-BE49-F238E27FC236}">
                    <a16:creationId xmlns:a16="http://schemas.microsoft.com/office/drawing/2014/main" id="{89328C36-F57C-AAFD-8C22-078FA05A9976}"/>
                  </a:ext>
                </a:extLst>
              </p14:cNvPr>
              <p14:cNvContentPartPr/>
              <p14:nvPr/>
            </p14:nvContentPartPr>
            <p14:xfrm>
              <a:off x="14071080" y="7909680"/>
              <a:ext cx="56520" cy="360"/>
            </p14:xfrm>
          </p:contentPart>
        </mc:Choice>
        <mc:Fallback>
          <p:pic>
            <p:nvPicPr>
              <p:cNvPr id="14" name="Ink 13">
                <a:extLst>
                  <a:ext uri="{FF2B5EF4-FFF2-40B4-BE49-F238E27FC236}">
                    <a16:creationId xmlns:a16="http://schemas.microsoft.com/office/drawing/2014/main" id="{89328C36-F57C-AAFD-8C22-078FA05A9976}"/>
                  </a:ext>
                </a:extLst>
              </p:cNvPr>
              <p:cNvPicPr/>
              <p:nvPr/>
            </p:nvPicPr>
            <p:blipFill>
              <a:blip r:embed="rId16"/>
              <a:stretch>
                <a:fillRect/>
              </a:stretch>
            </p:blipFill>
            <p:spPr>
              <a:xfrm>
                <a:off x="14017440" y="7801680"/>
                <a:ext cx="1641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5" name="Ink 14">
                <a:extLst>
                  <a:ext uri="{FF2B5EF4-FFF2-40B4-BE49-F238E27FC236}">
                    <a16:creationId xmlns:a16="http://schemas.microsoft.com/office/drawing/2014/main" id="{BF1FD56E-A78F-AB65-8EB0-7E741E5CCD53}"/>
                  </a:ext>
                </a:extLst>
              </p14:cNvPr>
              <p14:cNvContentPartPr/>
              <p14:nvPr/>
            </p14:nvContentPartPr>
            <p14:xfrm>
              <a:off x="13884600" y="7909680"/>
              <a:ext cx="60480" cy="12240"/>
            </p14:xfrm>
          </p:contentPart>
        </mc:Choice>
        <mc:Fallback>
          <p:pic>
            <p:nvPicPr>
              <p:cNvPr id="15" name="Ink 14">
                <a:extLst>
                  <a:ext uri="{FF2B5EF4-FFF2-40B4-BE49-F238E27FC236}">
                    <a16:creationId xmlns:a16="http://schemas.microsoft.com/office/drawing/2014/main" id="{BF1FD56E-A78F-AB65-8EB0-7E741E5CCD53}"/>
                  </a:ext>
                </a:extLst>
              </p:cNvPr>
              <p:cNvPicPr/>
              <p:nvPr/>
            </p:nvPicPr>
            <p:blipFill>
              <a:blip r:embed="rId18"/>
              <a:stretch>
                <a:fillRect/>
              </a:stretch>
            </p:blipFill>
            <p:spPr>
              <a:xfrm>
                <a:off x="13830600" y="7801680"/>
                <a:ext cx="168120" cy="22788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6" name="Ink 15">
                <a:extLst>
                  <a:ext uri="{FF2B5EF4-FFF2-40B4-BE49-F238E27FC236}">
                    <a16:creationId xmlns:a16="http://schemas.microsoft.com/office/drawing/2014/main" id="{113A1798-A695-122B-ED17-FD8CFE298869}"/>
                  </a:ext>
                </a:extLst>
              </p14:cNvPr>
              <p14:cNvContentPartPr/>
              <p14:nvPr/>
            </p14:nvContentPartPr>
            <p14:xfrm>
              <a:off x="13730880" y="7924800"/>
              <a:ext cx="360" cy="360"/>
            </p14:xfrm>
          </p:contentPart>
        </mc:Choice>
        <mc:Fallback>
          <p:pic>
            <p:nvPicPr>
              <p:cNvPr id="16" name="Ink 15">
                <a:extLst>
                  <a:ext uri="{FF2B5EF4-FFF2-40B4-BE49-F238E27FC236}">
                    <a16:creationId xmlns:a16="http://schemas.microsoft.com/office/drawing/2014/main" id="{113A1798-A695-122B-ED17-FD8CFE298869}"/>
                  </a:ext>
                </a:extLst>
              </p:cNvPr>
              <p:cNvPicPr/>
              <p:nvPr/>
            </p:nvPicPr>
            <p:blipFill>
              <a:blip r:embed="rId5"/>
              <a:stretch>
                <a:fillRect/>
              </a:stretch>
            </p:blipFill>
            <p:spPr>
              <a:xfrm>
                <a:off x="13677240" y="781680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7" name="Ink 16">
                <a:extLst>
                  <a:ext uri="{FF2B5EF4-FFF2-40B4-BE49-F238E27FC236}">
                    <a16:creationId xmlns:a16="http://schemas.microsoft.com/office/drawing/2014/main" id="{5F015E2D-E236-1F94-E0F9-DCAD9602A2DC}"/>
                  </a:ext>
                </a:extLst>
              </p14:cNvPr>
              <p14:cNvContentPartPr/>
              <p14:nvPr/>
            </p14:nvContentPartPr>
            <p14:xfrm>
              <a:off x="13715760" y="7924800"/>
              <a:ext cx="15840" cy="360"/>
            </p14:xfrm>
          </p:contentPart>
        </mc:Choice>
        <mc:Fallback>
          <p:pic>
            <p:nvPicPr>
              <p:cNvPr id="17" name="Ink 16">
                <a:extLst>
                  <a:ext uri="{FF2B5EF4-FFF2-40B4-BE49-F238E27FC236}">
                    <a16:creationId xmlns:a16="http://schemas.microsoft.com/office/drawing/2014/main" id="{5F015E2D-E236-1F94-E0F9-DCAD9602A2DC}"/>
                  </a:ext>
                </a:extLst>
              </p:cNvPr>
              <p:cNvPicPr/>
              <p:nvPr/>
            </p:nvPicPr>
            <p:blipFill>
              <a:blip r:embed="rId11"/>
              <a:stretch>
                <a:fillRect/>
              </a:stretch>
            </p:blipFill>
            <p:spPr>
              <a:xfrm>
                <a:off x="13661760" y="7816800"/>
                <a:ext cx="12348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8" name="Ink 17">
                <a:extLst>
                  <a:ext uri="{FF2B5EF4-FFF2-40B4-BE49-F238E27FC236}">
                    <a16:creationId xmlns:a16="http://schemas.microsoft.com/office/drawing/2014/main" id="{3624685B-46E4-4E9B-4519-374287045D43}"/>
                  </a:ext>
                </a:extLst>
              </p14:cNvPr>
              <p14:cNvContentPartPr/>
              <p14:nvPr/>
            </p14:nvContentPartPr>
            <p14:xfrm>
              <a:off x="13609200" y="7939560"/>
              <a:ext cx="15840" cy="360"/>
            </p14:xfrm>
          </p:contentPart>
        </mc:Choice>
        <mc:Fallback>
          <p:pic>
            <p:nvPicPr>
              <p:cNvPr id="18" name="Ink 17">
                <a:extLst>
                  <a:ext uri="{FF2B5EF4-FFF2-40B4-BE49-F238E27FC236}">
                    <a16:creationId xmlns:a16="http://schemas.microsoft.com/office/drawing/2014/main" id="{3624685B-46E4-4E9B-4519-374287045D43}"/>
                  </a:ext>
                </a:extLst>
              </p:cNvPr>
              <p:cNvPicPr/>
              <p:nvPr/>
            </p:nvPicPr>
            <p:blipFill>
              <a:blip r:embed="rId11"/>
              <a:stretch>
                <a:fillRect/>
              </a:stretch>
            </p:blipFill>
            <p:spPr>
              <a:xfrm>
                <a:off x="13555200" y="7831920"/>
                <a:ext cx="12348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9" name="Ink 18">
                <a:extLst>
                  <a:ext uri="{FF2B5EF4-FFF2-40B4-BE49-F238E27FC236}">
                    <a16:creationId xmlns:a16="http://schemas.microsoft.com/office/drawing/2014/main" id="{00E1E4DD-1209-697D-A116-992868296FE5}"/>
                  </a:ext>
                </a:extLst>
              </p14:cNvPr>
              <p14:cNvContentPartPr/>
              <p14:nvPr/>
            </p14:nvContentPartPr>
            <p14:xfrm>
              <a:off x="13526760" y="7939560"/>
              <a:ext cx="6120" cy="360"/>
            </p14:xfrm>
          </p:contentPart>
        </mc:Choice>
        <mc:Fallback>
          <p:pic>
            <p:nvPicPr>
              <p:cNvPr id="19" name="Ink 18">
                <a:extLst>
                  <a:ext uri="{FF2B5EF4-FFF2-40B4-BE49-F238E27FC236}">
                    <a16:creationId xmlns:a16="http://schemas.microsoft.com/office/drawing/2014/main" id="{00E1E4DD-1209-697D-A116-992868296FE5}"/>
                  </a:ext>
                </a:extLst>
              </p:cNvPr>
              <p:cNvPicPr/>
              <p:nvPr/>
            </p:nvPicPr>
            <p:blipFill>
              <a:blip r:embed="rId23"/>
              <a:stretch>
                <a:fillRect/>
              </a:stretch>
            </p:blipFill>
            <p:spPr>
              <a:xfrm>
                <a:off x="13473120" y="7831920"/>
                <a:ext cx="1137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20" name="Ink 19">
                <a:extLst>
                  <a:ext uri="{FF2B5EF4-FFF2-40B4-BE49-F238E27FC236}">
                    <a16:creationId xmlns:a16="http://schemas.microsoft.com/office/drawing/2014/main" id="{14E3C212-B2B8-0CEA-C6CC-47144B1DA63C}"/>
                  </a:ext>
                </a:extLst>
              </p14:cNvPr>
              <p14:cNvContentPartPr/>
              <p14:nvPr/>
            </p14:nvContentPartPr>
            <p14:xfrm>
              <a:off x="13517760" y="7939560"/>
              <a:ext cx="360" cy="360"/>
            </p14:xfrm>
          </p:contentPart>
        </mc:Choice>
        <mc:Fallback>
          <p:pic>
            <p:nvPicPr>
              <p:cNvPr id="20" name="Ink 19">
                <a:extLst>
                  <a:ext uri="{FF2B5EF4-FFF2-40B4-BE49-F238E27FC236}">
                    <a16:creationId xmlns:a16="http://schemas.microsoft.com/office/drawing/2014/main" id="{14E3C212-B2B8-0CEA-C6CC-47144B1DA63C}"/>
                  </a:ext>
                </a:extLst>
              </p:cNvPr>
              <p:cNvPicPr/>
              <p:nvPr/>
            </p:nvPicPr>
            <p:blipFill>
              <a:blip r:embed="rId5"/>
              <a:stretch>
                <a:fillRect/>
              </a:stretch>
            </p:blipFill>
            <p:spPr>
              <a:xfrm>
                <a:off x="13464120" y="783192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22" name="Ink 21">
                <a:extLst>
                  <a:ext uri="{FF2B5EF4-FFF2-40B4-BE49-F238E27FC236}">
                    <a16:creationId xmlns:a16="http://schemas.microsoft.com/office/drawing/2014/main" id="{59923A9B-812B-C94D-C0C3-2119AC5BC992}"/>
                  </a:ext>
                </a:extLst>
              </p14:cNvPr>
              <p14:cNvContentPartPr/>
              <p14:nvPr/>
            </p14:nvContentPartPr>
            <p14:xfrm>
              <a:off x="13578960" y="7909680"/>
              <a:ext cx="853560" cy="45720"/>
            </p14:xfrm>
          </p:contentPart>
        </mc:Choice>
        <mc:Fallback>
          <p:pic>
            <p:nvPicPr>
              <p:cNvPr id="22" name="Ink 21">
                <a:extLst>
                  <a:ext uri="{FF2B5EF4-FFF2-40B4-BE49-F238E27FC236}">
                    <a16:creationId xmlns:a16="http://schemas.microsoft.com/office/drawing/2014/main" id="{59923A9B-812B-C94D-C0C3-2119AC5BC992}"/>
                  </a:ext>
                </a:extLst>
              </p:cNvPr>
              <p:cNvPicPr/>
              <p:nvPr/>
            </p:nvPicPr>
            <p:blipFill>
              <a:blip r:embed="rId26"/>
              <a:stretch>
                <a:fillRect/>
              </a:stretch>
            </p:blipFill>
            <p:spPr>
              <a:xfrm>
                <a:off x="13524960" y="7801680"/>
                <a:ext cx="961200" cy="26136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24" name="Ink 23">
                <a:extLst>
                  <a:ext uri="{FF2B5EF4-FFF2-40B4-BE49-F238E27FC236}">
                    <a16:creationId xmlns:a16="http://schemas.microsoft.com/office/drawing/2014/main" id="{23646589-EF05-36F9-1EFB-B6CE8A97AB0C}"/>
                  </a:ext>
                </a:extLst>
              </p14:cNvPr>
              <p14:cNvContentPartPr/>
              <p14:nvPr/>
            </p14:nvContentPartPr>
            <p14:xfrm>
              <a:off x="13076040" y="7939560"/>
              <a:ext cx="1386720" cy="76680"/>
            </p14:xfrm>
          </p:contentPart>
        </mc:Choice>
        <mc:Fallback>
          <p:pic>
            <p:nvPicPr>
              <p:cNvPr id="24" name="Ink 23">
                <a:extLst>
                  <a:ext uri="{FF2B5EF4-FFF2-40B4-BE49-F238E27FC236}">
                    <a16:creationId xmlns:a16="http://schemas.microsoft.com/office/drawing/2014/main" id="{23646589-EF05-36F9-1EFB-B6CE8A97AB0C}"/>
                  </a:ext>
                </a:extLst>
              </p:cNvPr>
              <p:cNvPicPr/>
              <p:nvPr/>
            </p:nvPicPr>
            <p:blipFill>
              <a:blip r:embed="rId28"/>
              <a:stretch>
                <a:fillRect/>
              </a:stretch>
            </p:blipFill>
            <p:spPr>
              <a:xfrm>
                <a:off x="13022040" y="7831920"/>
                <a:ext cx="1494360" cy="29232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25" name="Ink 24">
                <a:extLst>
                  <a:ext uri="{FF2B5EF4-FFF2-40B4-BE49-F238E27FC236}">
                    <a16:creationId xmlns:a16="http://schemas.microsoft.com/office/drawing/2014/main" id="{878D6E3A-7E70-F337-15EE-3A9056A38E8D}"/>
                  </a:ext>
                </a:extLst>
              </p14:cNvPr>
              <p14:cNvContentPartPr/>
              <p14:nvPr/>
            </p14:nvContentPartPr>
            <p14:xfrm>
              <a:off x="13502280" y="7832640"/>
              <a:ext cx="104400" cy="16200"/>
            </p14:xfrm>
          </p:contentPart>
        </mc:Choice>
        <mc:Fallback>
          <p:pic>
            <p:nvPicPr>
              <p:cNvPr id="25" name="Ink 24">
                <a:extLst>
                  <a:ext uri="{FF2B5EF4-FFF2-40B4-BE49-F238E27FC236}">
                    <a16:creationId xmlns:a16="http://schemas.microsoft.com/office/drawing/2014/main" id="{878D6E3A-7E70-F337-15EE-3A9056A38E8D}"/>
                  </a:ext>
                </a:extLst>
              </p:cNvPr>
              <p:cNvPicPr/>
              <p:nvPr/>
            </p:nvPicPr>
            <p:blipFill>
              <a:blip r:embed="rId30"/>
              <a:stretch>
                <a:fillRect/>
              </a:stretch>
            </p:blipFill>
            <p:spPr>
              <a:xfrm>
                <a:off x="13448280" y="7724640"/>
                <a:ext cx="212040" cy="23184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6" name="Ink 25">
                <a:extLst>
                  <a:ext uri="{FF2B5EF4-FFF2-40B4-BE49-F238E27FC236}">
                    <a16:creationId xmlns:a16="http://schemas.microsoft.com/office/drawing/2014/main" id="{802FA2A9-1CA5-30DD-BE9B-C6A59F6C2197}"/>
                  </a:ext>
                </a:extLst>
              </p14:cNvPr>
              <p14:cNvContentPartPr/>
              <p14:nvPr/>
            </p14:nvContentPartPr>
            <p14:xfrm>
              <a:off x="13624320" y="7833000"/>
              <a:ext cx="41400" cy="360"/>
            </p14:xfrm>
          </p:contentPart>
        </mc:Choice>
        <mc:Fallback>
          <p:pic>
            <p:nvPicPr>
              <p:cNvPr id="26" name="Ink 25">
                <a:extLst>
                  <a:ext uri="{FF2B5EF4-FFF2-40B4-BE49-F238E27FC236}">
                    <a16:creationId xmlns:a16="http://schemas.microsoft.com/office/drawing/2014/main" id="{802FA2A9-1CA5-30DD-BE9B-C6A59F6C2197}"/>
                  </a:ext>
                </a:extLst>
              </p:cNvPr>
              <p:cNvPicPr/>
              <p:nvPr/>
            </p:nvPicPr>
            <p:blipFill>
              <a:blip r:embed="rId9"/>
              <a:stretch>
                <a:fillRect/>
              </a:stretch>
            </p:blipFill>
            <p:spPr>
              <a:xfrm>
                <a:off x="13570680" y="7725360"/>
                <a:ext cx="14904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7" name="Ink 26">
                <a:extLst>
                  <a:ext uri="{FF2B5EF4-FFF2-40B4-BE49-F238E27FC236}">
                    <a16:creationId xmlns:a16="http://schemas.microsoft.com/office/drawing/2014/main" id="{7766D04E-16AF-9DD6-5FDD-A5BFC7851A27}"/>
                  </a:ext>
                </a:extLst>
              </p14:cNvPr>
              <p14:cNvContentPartPr/>
              <p14:nvPr/>
            </p14:nvContentPartPr>
            <p14:xfrm>
              <a:off x="13583280" y="7848480"/>
              <a:ext cx="41400" cy="360"/>
            </p14:xfrm>
          </p:contentPart>
        </mc:Choice>
        <mc:Fallback>
          <p:pic>
            <p:nvPicPr>
              <p:cNvPr id="27" name="Ink 26">
                <a:extLst>
                  <a:ext uri="{FF2B5EF4-FFF2-40B4-BE49-F238E27FC236}">
                    <a16:creationId xmlns:a16="http://schemas.microsoft.com/office/drawing/2014/main" id="{7766D04E-16AF-9DD6-5FDD-A5BFC7851A27}"/>
                  </a:ext>
                </a:extLst>
              </p:cNvPr>
              <p:cNvPicPr/>
              <p:nvPr/>
            </p:nvPicPr>
            <p:blipFill>
              <a:blip r:embed="rId9"/>
              <a:stretch>
                <a:fillRect/>
              </a:stretch>
            </p:blipFill>
            <p:spPr>
              <a:xfrm>
                <a:off x="13529280" y="7740840"/>
                <a:ext cx="14904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8" name="Ink 27">
                <a:extLst>
                  <a:ext uri="{FF2B5EF4-FFF2-40B4-BE49-F238E27FC236}">
                    <a16:creationId xmlns:a16="http://schemas.microsoft.com/office/drawing/2014/main" id="{1133050C-B620-87D8-0A48-D9184E29426A}"/>
                  </a:ext>
                </a:extLst>
              </p14:cNvPr>
              <p14:cNvContentPartPr/>
              <p14:nvPr/>
            </p14:nvContentPartPr>
            <p14:xfrm>
              <a:off x="13415520" y="7848480"/>
              <a:ext cx="41400" cy="360"/>
            </p14:xfrm>
          </p:contentPart>
        </mc:Choice>
        <mc:Fallback>
          <p:pic>
            <p:nvPicPr>
              <p:cNvPr id="28" name="Ink 27">
                <a:extLst>
                  <a:ext uri="{FF2B5EF4-FFF2-40B4-BE49-F238E27FC236}">
                    <a16:creationId xmlns:a16="http://schemas.microsoft.com/office/drawing/2014/main" id="{1133050C-B620-87D8-0A48-D9184E29426A}"/>
                  </a:ext>
                </a:extLst>
              </p:cNvPr>
              <p:cNvPicPr/>
              <p:nvPr/>
            </p:nvPicPr>
            <p:blipFill>
              <a:blip r:embed="rId9"/>
              <a:stretch>
                <a:fillRect/>
              </a:stretch>
            </p:blipFill>
            <p:spPr>
              <a:xfrm>
                <a:off x="13361880" y="7740840"/>
                <a:ext cx="14904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9" name="Ink 28">
                <a:extLst>
                  <a:ext uri="{FF2B5EF4-FFF2-40B4-BE49-F238E27FC236}">
                    <a16:creationId xmlns:a16="http://schemas.microsoft.com/office/drawing/2014/main" id="{4D7045EE-CD2A-8CEF-4917-D95938B6258D}"/>
                  </a:ext>
                </a:extLst>
              </p14:cNvPr>
              <p14:cNvContentPartPr/>
              <p14:nvPr/>
            </p14:nvContentPartPr>
            <p14:xfrm>
              <a:off x="13319400" y="7863600"/>
              <a:ext cx="15840" cy="360"/>
            </p14:xfrm>
          </p:contentPart>
        </mc:Choice>
        <mc:Fallback>
          <p:pic>
            <p:nvPicPr>
              <p:cNvPr id="29" name="Ink 28">
                <a:extLst>
                  <a:ext uri="{FF2B5EF4-FFF2-40B4-BE49-F238E27FC236}">
                    <a16:creationId xmlns:a16="http://schemas.microsoft.com/office/drawing/2014/main" id="{4D7045EE-CD2A-8CEF-4917-D95938B6258D}"/>
                  </a:ext>
                </a:extLst>
              </p:cNvPr>
              <p:cNvPicPr/>
              <p:nvPr/>
            </p:nvPicPr>
            <p:blipFill>
              <a:blip r:embed="rId11"/>
              <a:stretch>
                <a:fillRect/>
              </a:stretch>
            </p:blipFill>
            <p:spPr>
              <a:xfrm>
                <a:off x="13265400" y="7755600"/>
                <a:ext cx="12348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30" name="Ink 29">
                <a:extLst>
                  <a:ext uri="{FF2B5EF4-FFF2-40B4-BE49-F238E27FC236}">
                    <a16:creationId xmlns:a16="http://schemas.microsoft.com/office/drawing/2014/main" id="{2719B84F-30DC-610E-4F2C-530B186B3EA4}"/>
                  </a:ext>
                </a:extLst>
              </p14:cNvPr>
              <p14:cNvContentPartPr/>
              <p14:nvPr/>
            </p14:nvContentPartPr>
            <p14:xfrm>
              <a:off x="13304280" y="7863600"/>
              <a:ext cx="360" cy="360"/>
            </p14:xfrm>
          </p:contentPart>
        </mc:Choice>
        <mc:Fallback>
          <p:pic>
            <p:nvPicPr>
              <p:cNvPr id="30" name="Ink 29">
                <a:extLst>
                  <a:ext uri="{FF2B5EF4-FFF2-40B4-BE49-F238E27FC236}">
                    <a16:creationId xmlns:a16="http://schemas.microsoft.com/office/drawing/2014/main" id="{2719B84F-30DC-610E-4F2C-530B186B3EA4}"/>
                  </a:ext>
                </a:extLst>
              </p:cNvPr>
              <p:cNvPicPr/>
              <p:nvPr/>
            </p:nvPicPr>
            <p:blipFill>
              <a:blip r:embed="rId5"/>
              <a:stretch>
                <a:fillRect/>
              </a:stretch>
            </p:blipFill>
            <p:spPr>
              <a:xfrm>
                <a:off x="13250280" y="775560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31" name="Ink 30">
                <a:extLst>
                  <a:ext uri="{FF2B5EF4-FFF2-40B4-BE49-F238E27FC236}">
                    <a16:creationId xmlns:a16="http://schemas.microsoft.com/office/drawing/2014/main" id="{3A979F8F-8E81-BABF-2C90-380C38BC763B}"/>
                  </a:ext>
                </a:extLst>
              </p14:cNvPr>
              <p14:cNvContentPartPr/>
              <p14:nvPr/>
            </p14:nvContentPartPr>
            <p14:xfrm>
              <a:off x="13304280" y="7863600"/>
              <a:ext cx="360" cy="360"/>
            </p14:xfrm>
          </p:contentPart>
        </mc:Choice>
        <mc:Fallback>
          <p:pic>
            <p:nvPicPr>
              <p:cNvPr id="31" name="Ink 30">
                <a:extLst>
                  <a:ext uri="{FF2B5EF4-FFF2-40B4-BE49-F238E27FC236}">
                    <a16:creationId xmlns:a16="http://schemas.microsoft.com/office/drawing/2014/main" id="{3A979F8F-8E81-BABF-2C90-380C38BC763B}"/>
                  </a:ext>
                </a:extLst>
              </p:cNvPr>
              <p:cNvPicPr/>
              <p:nvPr/>
            </p:nvPicPr>
            <p:blipFill>
              <a:blip r:embed="rId5"/>
              <a:stretch>
                <a:fillRect/>
              </a:stretch>
            </p:blipFill>
            <p:spPr>
              <a:xfrm>
                <a:off x="13250280" y="775560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32" name="Ink 31">
                <a:extLst>
                  <a:ext uri="{FF2B5EF4-FFF2-40B4-BE49-F238E27FC236}">
                    <a16:creationId xmlns:a16="http://schemas.microsoft.com/office/drawing/2014/main" id="{90C1976D-80FA-A3FA-2913-A60E39E4FA28}"/>
                  </a:ext>
                </a:extLst>
              </p14:cNvPr>
              <p14:cNvContentPartPr/>
              <p14:nvPr/>
            </p14:nvContentPartPr>
            <p14:xfrm>
              <a:off x="13202400" y="7909680"/>
              <a:ext cx="41760" cy="9360"/>
            </p14:xfrm>
          </p:contentPart>
        </mc:Choice>
        <mc:Fallback>
          <p:pic>
            <p:nvPicPr>
              <p:cNvPr id="32" name="Ink 31">
                <a:extLst>
                  <a:ext uri="{FF2B5EF4-FFF2-40B4-BE49-F238E27FC236}">
                    <a16:creationId xmlns:a16="http://schemas.microsoft.com/office/drawing/2014/main" id="{90C1976D-80FA-A3FA-2913-A60E39E4FA28}"/>
                  </a:ext>
                </a:extLst>
              </p:cNvPr>
              <p:cNvPicPr/>
              <p:nvPr/>
            </p:nvPicPr>
            <p:blipFill>
              <a:blip r:embed="rId38"/>
              <a:stretch>
                <a:fillRect/>
              </a:stretch>
            </p:blipFill>
            <p:spPr>
              <a:xfrm>
                <a:off x="13148400" y="7801680"/>
                <a:ext cx="149400" cy="22500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33" name="Ink 32">
                <a:extLst>
                  <a:ext uri="{FF2B5EF4-FFF2-40B4-BE49-F238E27FC236}">
                    <a16:creationId xmlns:a16="http://schemas.microsoft.com/office/drawing/2014/main" id="{6502A313-7672-96A5-A06C-F3758A0783B4}"/>
                  </a:ext>
                </a:extLst>
              </p14:cNvPr>
              <p14:cNvContentPartPr/>
              <p14:nvPr/>
            </p14:nvContentPartPr>
            <p14:xfrm>
              <a:off x="13033200" y="7970160"/>
              <a:ext cx="27720" cy="360"/>
            </p14:xfrm>
          </p:contentPart>
        </mc:Choice>
        <mc:Fallback>
          <p:pic>
            <p:nvPicPr>
              <p:cNvPr id="33" name="Ink 32">
                <a:extLst>
                  <a:ext uri="{FF2B5EF4-FFF2-40B4-BE49-F238E27FC236}">
                    <a16:creationId xmlns:a16="http://schemas.microsoft.com/office/drawing/2014/main" id="{6502A313-7672-96A5-A06C-F3758A0783B4}"/>
                  </a:ext>
                </a:extLst>
              </p:cNvPr>
              <p:cNvPicPr/>
              <p:nvPr/>
            </p:nvPicPr>
            <p:blipFill>
              <a:blip r:embed="rId40"/>
              <a:stretch>
                <a:fillRect/>
              </a:stretch>
            </p:blipFill>
            <p:spPr>
              <a:xfrm>
                <a:off x="12979560" y="7862160"/>
                <a:ext cx="1353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34" name="Ink 33">
                <a:extLst>
                  <a:ext uri="{FF2B5EF4-FFF2-40B4-BE49-F238E27FC236}">
                    <a16:creationId xmlns:a16="http://schemas.microsoft.com/office/drawing/2014/main" id="{995708B1-7116-D592-9BFB-C827F8114FF3}"/>
                  </a:ext>
                </a:extLst>
              </p14:cNvPr>
              <p14:cNvContentPartPr/>
              <p14:nvPr/>
            </p14:nvContentPartPr>
            <p14:xfrm>
              <a:off x="12999360" y="7964040"/>
              <a:ext cx="360" cy="6120"/>
            </p14:xfrm>
          </p:contentPart>
        </mc:Choice>
        <mc:Fallback>
          <p:pic>
            <p:nvPicPr>
              <p:cNvPr id="34" name="Ink 33">
                <a:extLst>
                  <a:ext uri="{FF2B5EF4-FFF2-40B4-BE49-F238E27FC236}">
                    <a16:creationId xmlns:a16="http://schemas.microsoft.com/office/drawing/2014/main" id="{995708B1-7116-D592-9BFB-C827F8114FF3}"/>
                  </a:ext>
                </a:extLst>
              </p:cNvPr>
              <p:cNvPicPr/>
              <p:nvPr/>
            </p:nvPicPr>
            <p:blipFill>
              <a:blip r:embed="rId42"/>
              <a:stretch>
                <a:fillRect/>
              </a:stretch>
            </p:blipFill>
            <p:spPr>
              <a:xfrm>
                <a:off x="12945720" y="7856400"/>
                <a:ext cx="108000" cy="22176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35" name="Ink 34">
                <a:extLst>
                  <a:ext uri="{FF2B5EF4-FFF2-40B4-BE49-F238E27FC236}">
                    <a16:creationId xmlns:a16="http://schemas.microsoft.com/office/drawing/2014/main" id="{0C7DA65A-4E27-7D11-A024-356D30AE5111}"/>
                  </a:ext>
                </a:extLst>
              </p14:cNvPr>
              <p14:cNvContentPartPr/>
              <p14:nvPr/>
            </p14:nvContentPartPr>
            <p14:xfrm>
              <a:off x="13029960" y="7829760"/>
              <a:ext cx="187920" cy="110160"/>
            </p14:xfrm>
          </p:contentPart>
        </mc:Choice>
        <mc:Fallback>
          <p:pic>
            <p:nvPicPr>
              <p:cNvPr id="35" name="Ink 34">
                <a:extLst>
                  <a:ext uri="{FF2B5EF4-FFF2-40B4-BE49-F238E27FC236}">
                    <a16:creationId xmlns:a16="http://schemas.microsoft.com/office/drawing/2014/main" id="{0C7DA65A-4E27-7D11-A024-356D30AE5111}"/>
                  </a:ext>
                </a:extLst>
              </p:cNvPr>
              <p:cNvPicPr/>
              <p:nvPr/>
            </p:nvPicPr>
            <p:blipFill>
              <a:blip r:embed="rId44"/>
              <a:stretch>
                <a:fillRect/>
              </a:stretch>
            </p:blipFill>
            <p:spPr>
              <a:xfrm>
                <a:off x="12975960" y="7722120"/>
                <a:ext cx="295560" cy="32580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36" name="Ink 35">
                <a:extLst>
                  <a:ext uri="{FF2B5EF4-FFF2-40B4-BE49-F238E27FC236}">
                    <a16:creationId xmlns:a16="http://schemas.microsoft.com/office/drawing/2014/main" id="{748F0A0B-507E-097E-954D-2B92FC9AD297}"/>
                  </a:ext>
                </a:extLst>
              </p14:cNvPr>
              <p14:cNvContentPartPr/>
              <p14:nvPr/>
            </p14:nvContentPartPr>
            <p14:xfrm>
              <a:off x="13008720" y="7879080"/>
              <a:ext cx="6480" cy="360"/>
            </p14:xfrm>
          </p:contentPart>
        </mc:Choice>
        <mc:Fallback>
          <p:pic>
            <p:nvPicPr>
              <p:cNvPr id="36" name="Ink 35">
                <a:extLst>
                  <a:ext uri="{FF2B5EF4-FFF2-40B4-BE49-F238E27FC236}">
                    <a16:creationId xmlns:a16="http://schemas.microsoft.com/office/drawing/2014/main" id="{748F0A0B-507E-097E-954D-2B92FC9AD297}"/>
                  </a:ext>
                </a:extLst>
              </p:cNvPr>
              <p:cNvPicPr/>
              <p:nvPr/>
            </p:nvPicPr>
            <p:blipFill>
              <a:blip r:embed="rId23"/>
              <a:stretch>
                <a:fillRect/>
              </a:stretch>
            </p:blipFill>
            <p:spPr>
              <a:xfrm>
                <a:off x="12955080" y="7771440"/>
                <a:ext cx="1141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37" name="Ink 36">
                <a:extLst>
                  <a:ext uri="{FF2B5EF4-FFF2-40B4-BE49-F238E27FC236}">
                    <a16:creationId xmlns:a16="http://schemas.microsoft.com/office/drawing/2014/main" id="{A3773F83-F5C4-6C45-4E22-1280ADB36CB4}"/>
                  </a:ext>
                </a:extLst>
              </p14:cNvPr>
              <p14:cNvContentPartPr/>
              <p14:nvPr/>
            </p14:nvContentPartPr>
            <p14:xfrm>
              <a:off x="12878040" y="8000760"/>
              <a:ext cx="360" cy="360"/>
            </p14:xfrm>
          </p:contentPart>
        </mc:Choice>
        <mc:Fallback>
          <p:pic>
            <p:nvPicPr>
              <p:cNvPr id="37" name="Ink 36">
                <a:extLst>
                  <a:ext uri="{FF2B5EF4-FFF2-40B4-BE49-F238E27FC236}">
                    <a16:creationId xmlns:a16="http://schemas.microsoft.com/office/drawing/2014/main" id="{A3773F83-F5C4-6C45-4E22-1280ADB36CB4}"/>
                  </a:ext>
                </a:extLst>
              </p:cNvPr>
              <p:cNvPicPr/>
              <p:nvPr/>
            </p:nvPicPr>
            <p:blipFill>
              <a:blip r:embed="rId5"/>
              <a:stretch>
                <a:fillRect/>
              </a:stretch>
            </p:blipFill>
            <p:spPr>
              <a:xfrm>
                <a:off x="12824040" y="789276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38" name="Ink 37">
                <a:extLst>
                  <a:ext uri="{FF2B5EF4-FFF2-40B4-BE49-F238E27FC236}">
                    <a16:creationId xmlns:a16="http://schemas.microsoft.com/office/drawing/2014/main" id="{210DE8FC-3C1D-44D5-6B01-45EF309955FD}"/>
                  </a:ext>
                </a:extLst>
              </p14:cNvPr>
              <p14:cNvContentPartPr/>
              <p14:nvPr/>
            </p14:nvContentPartPr>
            <p14:xfrm>
              <a:off x="13014840" y="8000760"/>
              <a:ext cx="87840" cy="6480"/>
            </p14:xfrm>
          </p:contentPart>
        </mc:Choice>
        <mc:Fallback>
          <p:pic>
            <p:nvPicPr>
              <p:cNvPr id="38" name="Ink 37">
                <a:extLst>
                  <a:ext uri="{FF2B5EF4-FFF2-40B4-BE49-F238E27FC236}">
                    <a16:creationId xmlns:a16="http://schemas.microsoft.com/office/drawing/2014/main" id="{210DE8FC-3C1D-44D5-6B01-45EF309955FD}"/>
                  </a:ext>
                </a:extLst>
              </p:cNvPr>
              <p:cNvPicPr/>
              <p:nvPr/>
            </p:nvPicPr>
            <p:blipFill>
              <a:blip r:embed="rId48"/>
              <a:stretch>
                <a:fillRect/>
              </a:stretch>
            </p:blipFill>
            <p:spPr>
              <a:xfrm>
                <a:off x="12961200" y="7892760"/>
                <a:ext cx="195480" cy="22212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39" name="Ink 38">
                <a:extLst>
                  <a:ext uri="{FF2B5EF4-FFF2-40B4-BE49-F238E27FC236}">
                    <a16:creationId xmlns:a16="http://schemas.microsoft.com/office/drawing/2014/main" id="{43505B68-605A-E684-BAB4-A7CE24924648}"/>
                  </a:ext>
                </a:extLst>
              </p14:cNvPr>
              <p14:cNvContentPartPr/>
              <p14:nvPr/>
            </p14:nvContentPartPr>
            <p14:xfrm>
              <a:off x="13182600" y="8016240"/>
              <a:ext cx="71280" cy="360"/>
            </p14:xfrm>
          </p:contentPart>
        </mc:Choice>
        <mc:Fallback>
          <p:pic>
            <p:nvPicPr>
              <p:cNvPr id="39" name="Ink 38">
                <a:extLst>
                  <a:ext uri="{FF2B5EF4-FFF2-40B4-BE49-F238E27FC236}">
                    <a16:creationId xmlns:a16="http://schemas.microsoft.com/office/drawing/2014/main" id="{43505B68-605A-E684-BAB4-A7CE24924648}"/>
                  </a:ext>
                </a:extLst>
              </p:cNvPr>
              <p:cNvPicPr/>
              <p:nvPr/>
            </p:nvPicPr>
            <p:blipFill>
              <a:blip r:embed="rId50"/>
              <a:stretch>
                <a:fillRect/>
              </a:stretch>
            </p:blipFill>
            <p:spPr>
              <a:xfrm>
                <a:off x="13128600" y="7908240"/>
                <a:ext cx="1789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40" name="Ink 39">
                <a:extLst>
                  <a:ext uri="{FF2B5EF4-FFF2-40B4-BE49-F238E27FC236}">
                    <a16:creationId xmlns:a16="http://schemas.microsoft.com/office/drawing/2014/main" id="{8CCC73B0-D707-71EC-E70E-3112E5C01238}"/>
                  </a:ext>
                </a:extLst>
              </p14:cNvPr>
              <p14:cNvContentPartPr/>
              <p14:nvPr/>
            </p14:nvContentPartPr>
            <p14:xfrm>
              <a:off x="13426320" y="8016240"/>
              <a:ext cx="147600" cy="360"/>
            </p14:xfrm>
          </p:contentPart>
        </mc:Choice>
        <mc:Fallback>
          <p:pic>
            <p:nvPicPr>
              <p:cNvPr id="40" name="Ink 39">
                <a:extLst>
                  <a:ext uri="{FF2B5EF4-FFF2-40B4-BE49-F238E27FC236}">
                    <a16:creationId xmlns:a16="http://schemas.microsoft.com/office/drawing/2014/main" id="{8CCC73B0-D707-71EC-E70E-3112E5C01238}"/>
                  </a:ext>
                </a:extLst>
              </p:cNvPr>
              <p:cNvPicPr/>
              <p:nvPr/>
            </p:nvPicPr>
            <p:blipFill>
              <a:blip r:embed="rId52"/>
              <a:stretch>
                <a:fillRect/>
              </a:stretch>
            </p:blipFill>
            <p:spPr>
              <a:xfrm>
                <a:off x="13372320" y="7908240"/>
                <a:ext cx="25524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41" name="Ink 40">
                <a:extLst>
                  <a:ext uri="{FF2B5EF4-FFF2-40B4-BE49-F238E27FC236}">
                    <a16:creationId xmlns:a16="http://schemas.microsoft.com/office/drawing/2014/main" id="{DB370E8D-7A9F-D5D7-1BC1-92A1A3FFDB08}"/>
                  </a:ext>
                </a:extLst>
              </p14:cNvPr>
              <p14:cNvContentPartPr/>
              <p14:nvPr/>
            </p14:nvContentPartPr>
            <p14:xfrm>
              <a:off x="13639440" y="7994280"/>
              <a:ext cx="144720" cy="22320"/>
            </p14:xfrm>
          </p:contentPart>
        </mc:Choice>
        <mc:Fallback>
          <p:pic>
            <p:nvPicPr>
              <p:cNvPr id="41" name="Ink 40">
                <a:extLst>
                  <a:ext uri="{FF2B5EF4-FFF2-40B4-BE49-F238E27FC236}">
                    <a16:creationId xmlns:a16="http://schemas.microsoft.com/office/drawing/2014/main" id="{DB370E8D-7A9F-D5D7-1BC1-92A1A3FFDB08}"/>
                  </a:ext>
                </a:extLst>
              </p:cNvPr>
              <p:cNvPicPr/>
              <p:nvPr/>
            </p:nvPicPr>
            <p:blipFill>
              <a:blip r:embed="rId54"/>
              <a:stretch>
                <a:fillRect/>
              </a:stretch>
            </p:blipFill>
            <p:spPr>
              <a:xfrm>
                <a:off x="13585440" y="7886640"/>
                <a:ext cx="252360" cy="23796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42" name="Ink 41">
                <a:extLst>
                  <a:ext uri="{FF2B5EF4-FFF2-40B4-BE49-F238E27FC236}">
                    <a16:creationId xmlns:a16="http://schemas.microsoft.com/office/drawing/2014/main" id="{48BADFF9-588F-CD8E-7233-11DC45B58830}"/>
                  </a:ext>
                </a:extLst>
              </p14:cNvPr>
              <p14:cNvContentPartPr/>
              <p14:nvPr/>
            </p14:nvContentPartPr>
            <p14:xfrm>
              <a:off x="13929240" y="7985640"/>
              <a:ext cx="27720" cy="360"/>
            </p14:xfrm>
          </p:contentPart>
        </mc:Choice>
        <mc:Fallback>
          <p:pic>
            <p:nvPicPr>
              <p:cNvPr id="42" name="Ink 41">
                <a:extLst>
                  <a:ext uri="{FF2B5EF4-FFF2-40B4-BE49-F238E27FC236}">
                    <a16:creationId xmlns:a16="http://schemas.microsoft.com/office/drawing/2014/main" id="{48BADFF9-588F-CD8E-7233-11DC45B58830}"/>
                  </a:ext>
                </a:extLst>
              </p:cNvPr>
              <p:cNvPicPr/>
              <p:nvPr/>
            </p:nvPicPr>
            <p:blipFill>
              <a:blip r:embed="rId40"/>
              <a:stretch>
                <a:fillRect/>
              </a:stretch>
            </p:blipFill>
            <p:spPr>
              <a:xfrm>
                <a:off x="13875240" y="7878000"/>
                <a:ext cx="1353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43" name="Ink 42">
                <a:extLst>
                  <a:ext uri="{FF2B5EF4-FFF2-40B4-BE49-F238E27FC236}">
                    <a16:creationId xmlns:a16="http://schemas.microsoft.com/office/drawing/2014/main" id="{94E112BE-54FD-2973-B04D-7E9E4FDFCDCD}"/>
                  </a:ext>
                </a:extLst>
              </p14:cNvPr>
              <p14:cNvContentPartPr/>
              <p14:nvPr/>
            </p14:nvContentPartPr>
            <p14:xfrm>
              <a:off x="13975320" y="7985640"/>
              <a:ext cx="15480" cy="360"/>
            </p14:xfrm>
          </p:contentPart>
        </mc:Choice>
        <mc:Fallback>
          <p:pic>
            <p:nvPicPr>
              <p:cNvPr id="43" name="Ink 42">
                <a:extLst>
                  <a:ext uri="{FF2B5EF4-FFF2-40B4-BE49-F238E27FC236}">
                    <a16:creationId xmlns:a16="http://schemas.microsoft.com/office/drawing/2014/main" id="{94E112BE-54FD-2973-B04D-7E9E4FDFCDCD}"/>
                  </a:ext>
                </a:extLst>
              </p:cNvPr>
              <p:cNvPicPr/>
              <p:nvPr/>
            </p:nvPicPr>
            <p:blipFill>
              <a:blip r:embed="rId11"/>
              <a:stretch>
                <a:fillRect/>
              </a:stretch>
            </p:blipFill>
            <p:spPr>
              <a:xfrm>
                <a:off x="13921320" y="7878000"/>
                <a:ext cx="1231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44" name="Ink 43">
                <a:extLst>
                  <a:ext uri="{FF2B5EF4-FFF2-40B4-BE49-F238E27FC236}">
                    <a16:creationId xmlns:a16="http://schemas.microsoft.com/office/drawing/2014/main" id="{3D7DF9F5-D439-3DFA-FCC9-FDCF006A45CC}"/>
                  </a:ext>
                </a:extLst>
              </p14:cNvPr>
              <p14:cNvContentPartPr/>
              <p14:nvPr/>
            </p14:nvContentPartPr>
            <p14:xfrm>
              <a:off x="14005200" y="7985640"/>
              <a:ext cx="360" cy="6120"/>
            </p14:xfrm>
          </p:contentPart>
        </mc:Choice>
        <mc:Fallback>
          <p:pic>
            <p:nvPicPr>
              <p:cNvPr id="44" name="Ink 43">
                <a:extLst>
                  <a:ext uri="{FF2B5EF4-FFF2-40B4-BE49-F238E27FC236}">
                    <a16:creationId xmlns:a16="http://schemas.microsoft.com/office/drawing/2014/main" id="{3D7DF9F5-D439-3DFA-FCC9-FDCF006A45CC}"/>
                  </a:ext>
                </a:extLst>
              </p:cNvPr>
              <p:cNvPicPr/>
              <p:nvPr/>
            </p:nvPicPr>
            <p:blipFill>
              <a:blip r:embed="rId42"/>
              <a:stretch>
                <a:fillRect/>
              </a:stretch>
            </p:blipFill>
            <p:spPr>
              <a:xfrm>
                <a:off x="13951200" y="7878000"/>
                <a:ext cx="108000" cy="22176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45" name="Ink 44">
                <a:extLst>
                  <a:ext uri="{FF2B5EF4-FFF2-40B4-BE49-F238E27FC236}">
                    <a16:creationId xmlns:a16="http://schemas.microsoft.com/office/drawing/2014/main" id="{0A039625-54D0-2806-F789-77BD18932B5A}"/>
                  </a:ext>
                </a:extLst>
              </p14:cNvPr>
              <p14:cNvContentPartPr/>
              <p14:nvPr/>
            </p14:nvContentPartPr>
            <p14:xfrm>
              <a:off x="14005200" y="8016240"/>
              <a:ext cx="6480" cy="360"/>
            </p14:xfrm>
          </p:contentPart>
        </mc:Choice>
        <mc:Fallback>
          <p:pic>
            <p:nvPicPr>
              <p:cNvPr id="45" name="Ink 44">
                <a:extLst>
                  <a:ext uri="{FF2B5EF4-FFF2-40B4-BE49-F238E27FC236}">
                    <a16:creationId xmlns:a16="http://schemas.microsoft.com/office/drawing/2014/main" id="{0A039625-54D0-2806-F789-77BD18932B5A}"/>
                  </a:ext>
                </a:extLst>
              </p:cNvPr>
              <p:cNvPicPr/>
              <p:nvPr/>
            </p:nvPicPr>
            <p:blipFill>
              <a:blip r:embed="rId23"/>
              <a:stretch>
                <a:fillRect/>
              </a:stretch>
            </p:blipFill>
            <p:spPr>
              <a:xfrm>
                <a:off x="13951200" y="7908240"/>
                <a:ext cx="1141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46" name="Ink 45">
                <a:extLst>
                  <a:ext uri="{FF2B5EF4-FFF2-40B4-BE49-F238E27FC236}">
                    <a16:creationId xmlns:a16="http://schemas.microsoft.com/office/drawing/2014/main" id="{E8C37B2B-F6FB-A7EA-F09D-680FD952A169}"/>
                  </a:ext>
                </a:extLst>
              </p14:cNvPr>
              <p14:cNvContentPartPr/>
              <p14:nvPr/>
            </p14:nvContentPartPr>
            <p14:xfrm>
              <a:off x="14014560" y="8016240"/>
              <a:ext cx="6480" cy="9360"/>
            </p14:xfrm>
          </p:contentPart>
        </mc:Choice>
        <mc:Fallback>
          <p:pic>
            <p:nvPicPr>
              <p:cNvPr id="46" name="Ink 45">
                <a:extLst>
                  <a:ext uri="{FF2B5EF4-FFF2-40B4-BE49-F238E27FC236}">
                    <a16:creationId xmlns:a16="http://schemas.microsoft.com/office/drawing/2014/main" id="{E8C37B2B-F6FB-A7EA-F09D-680FD952A169}"/>
                  </a:ext>
                </a:extLst>
              </p:cNvPr>
              <p:cNvPicPr/>
              <p:nvPr/>
            </p:nvPicPr>
            <p:blipFill>
              <a:blip r:embed="rId60"/>
              <a:stretch>
                <a:fillRect/>
              </a:stretch>
            </p:blipFill>
            <p:spPr>
              <a:xfrm>
                <a:off x="13960560" y="7908240"/>
                <a:ext cx="114120" cy="22500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47" name="Ink 46">
                <a:extLst>
                  <a:ext uri="{FF2B5EF4-FFF2-40B4-BE49-F238E27FC236}">
                    <a16:creationId xmlns:a16="http://schemas.microsoft.com/office/drawing/2014/main" id="{5FF8D59D-D1FF-9523-779F-A89F7DDC789F}"/>
                  </a:ext>
                </a:extLst>
              </p14:cNvPr>
              <p14:cNvContentPartPr/>
              <p14:nvPr/>
            </p14:nvContentPartPr>
            <p14:xfrm>
              <a:off x="13944360" y="8046600"/>
              <a:ext cx="15840" cy="360"/>
            </p14:xfrm>
          </p:contentPart>
        </mc:Choice>
        <mc:Fallback>
          <p:pic>
            <p:nvPicPr>
              <p:cNvPr id="47" name="Ink 46">
                <a:extLst>
                  <a:ext uri="{FF2B5EF4-FFF2-40B4-BE49-F238E27FC236}">
                    <a16:creationId xmlns:a16="http://schemas.microsoft.com/office/drawing/2014/main" id="{5FF8D59D-D1FF-9523-779F-A89F7DDC789F}"/>
                  </a:ext>
                </a:extLst>
              </p:cNvPr>
              <p:cNvPicPr/>
              <p:nvPr/>
            </p:nvPicPr>
            <p:blipFill>
              <a:blip r:embed="rId11"/>
              <a:stretch>
                <a:fillRect/>
              </a:stretch>
            </p:blipFill>
            <p:spPr>
              <a:xfrm>
                <a:off x="13890360" y="7938600"/>
                <a:ext cx="12348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48" name="Ink 47">
                <a:extLst>
                  <a:ext uri="{FF2B5EF4-FFF2-40B4-BE49-F238E27FC236}">
                    <a16:creationId xmlns:a16="http://schemas.microsoft.com/office/drawing/2014/main" id="{B057DB62-5FFD-1B74-BD46-CE4D1FBE0999}"/>
                  </a:ext>
                </a:extLst>
              </p14:cNvPr>
              <p14:cNvContentPartPr/>
              <p14:nvPr/>
            </p14:nvContentPartPr>
            <p14:xfrm>
              <a:off x="13796760" y="8046600"/>
              <a:ext cx="41040" cy="360"/>
            </p14:xfrm>
          </p:contentPart>
        </mc:Choice>
        <mc:Fallback>
          <p:pic>
            <p:nvPicPr>
              <p:cNvPr id="48" name="Ink 47">
                <a:extLst>
                  <a:ext uri="{FF2B5EF4-FFF2-40B4-BE49-F238E27FC236}">
                    <a16:creationId xmlns:a16="http://schemas.microsoft.com/office/drawing/2014/main" id="{B057DB62-5FFD-1B74-BD46-CE4D1FBE0999}"/>
                  </a:ext>
                </a:extLst>
              </p:cNvPr>
              <p:cNvPicPr/>
              <p:nvPr/>
            </p:nvPicPr>
            <p:blipFill>
              <a:blip r:embed="rId9"/>
              <a:stretch>
                <a:fillRect/>
              </a:stretch>
            </p:blipFill>
            <p:spPr>
              <a:xfrm>
                <a:off x="13742760" y="7938600"/>
                <a:ext cx="14868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49" name="Ink 48">
                <a:extLst>
                  <a:ext uri="{FF2B5EF4-FFF2-40B4-BE49-F238E27FC236}">
                    <a16:creationId xmlns:a16="http://schemas.microsoft.com/office/drawing/2014/main" id="{A8866C98-0867-EE34-4685-8D5BB013AFF8}"/>
                  </a:ext>
                </a:extLst>
              </p14:cNvPr>
              <p14:cNvContentPartPr/>
              <p14:nvPr/>
            </p14:nvContentPartPr>
            <p14:xfrm>
              <a:off x="13629000" y="8046600"/>
              <a:ext cx="41400" cy="12600"/>
            </p14:xfrm>
          </p:contentPart>
        </mc:Choice>
        <mc:Fallback>
          <p:pic>
            <p:nvPicPr>
              <p:cNvPr id="49" name="Ink 48">
                <a:extLst>
                  <a:ext uri="{FF2B5EF4-FFF2-40B4-BE49-F238E27FC236}">
                    <a16:creationId xmlns:a16="http://schemas.microsoft.com/office/drawing/2014/main" id="{A8866C98-0867-EE34-4685-8D5BB013AFF8}"/>
                  </a:ext>
                </a:extLst>
              </p:cNvPr>
              <p:cNvPicPr/>
              <p:nvPr/>
            </p:nvPicPr>
            <p:blipFill>
              <a:blip r:embed="rId64"/>
              <a:stretch>
                <a:fillRect/>
              </a:stretch>
            </p:blipFill>
            <p:spPr>
              <a:xfrm>
                <a:off x="13575000" y="7938600"/>
                <a:ext cx="149040" cy="22824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50" name="Ink 49">
                <a:extLst>
                  <a:ext uri="{FF2B5EF4-FFF2-40B4-BE49-F238E27FC236}">
                    <a16:creationId xmlns:a16="http://schemas.microsoft.com/office/drawing/2014/main" id="{BADE1658-3DE4-4DB5-45FF-A0D3478E21B8}"/>
                  </a:ext>
                </a:extLst>
              </p14:cNvPr>
              <p14:cNvContentPartPr/>
              <p14:nvPr/>
            </p14:nvContentPartPr>
            <p14:xfrm>
              <a:off x="13445760" y="8092560"/>
              <a:ext cx="72360" cy="360"/>
            </p14:xfrm>
          </p:contentPart>
        </mc:Choice>
        <mc:Fallback>
          <p:pic>
            <p:nvPicPr>
              <p:cNvPr id="50" name="Ink 49">
                <a:extLst>
                  <a:ext uri="{FF2B5EF4-FFF2-40B4-BE49-F238E27FC236}">
                    <a16:creationId xmlns:a16="http://schemas.microsoft.com/office/drawing/2014/main" id="{BADE1658-3DE4-4DB5-45FF-A0D3478E21B8}"/>
                  </a:ext>
                </a:extLst>
              </p:cNvPr>
              <p:cNvPicPr/>
              <p:nvPr/>
            </p:nvPicPr>
            <p:blipFill>
              <a:blip r:embed="rId50"/>
              <a:stretch>
                <a:fillRect/>
              </a:stretch>
            </p:blipFill>
            <p:spPr>
              <a:xfrm>
                <a:off x="13392120" y="7984560"/>
                <a:ext cx="180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51" name="Ink 50">
                <a:extLst>
                  <a:ext uri="{FF2B5EF4-FFF2-40B4-BE49-F238E27FC236}">
                    <a16:creationId xmlns:a16="http://schemas.microsoft.com/office/drawing/2014/main" id="{9B57E680-C280-F59D-7DD3-374FD4E4456B}"/>
                  </a:ext>
                </a:extLst>
              </p14:cNvPr>
              <p14:cNvContentPartPr/>
              <p14:nvPr/>
            </p14:nvContentPartPr>
            <p14:xfrm>
              <a:off x="13313640" y="8092560"/>
              <a:ext cx="6480" cy="360"/>
            </p14:xfrm>
          </p:contentPart>
        </mc:Choice>
        <mc:Fallback>
          <p:pic>
            <p:nvPicPr>
              <p:cNvPr id="51" name="Ink 50">
                <a:extLst>
                  <a:ext uri="{FF2B5EF4-FFF2-40B4-BE49-F238E27FC236}">
                    <a16:creationId xmlns:a16="http://schemas.microsoft.com/office/drawing/2014/main" id="{9B57E680-C280-F59D-7DD3-374FD4E4456B}"/>
                  </a:ext>
                </a:extLst>
              </p:cNvPr>
              <p:cNvPicPr/>
              <p:nvPr/>
            </p:nvPicPr>
            <p:blipFill>
              <a:blip r:embed="rId23"/>
              <a:stretch>
                <a:fillRect/>
              </a:stretch>
            </p:blipFill>
            <p:spPr>
              <a:xfrm>
                <a:off x="13259640" y="7984560"/>
                <a:ext cx="1141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52" name="Ink 51">
                <a:extLst>
                  <a:ext uri="{FF2B5EF4-FFF2-40B4-BE49-F238E27FC236}">
                    <a16:creationId xmlns:a16="http://schemas.microsoft.com/office/drawing/2014/main" id="{78E5EE4A-75B4-6530-39DE-1167A2B9A1D4}"/>
                  </a:ext>
                </a:extLst>
              </p14:cNvPr>
              <p14:cNvContentPartPr/>
              <p14:nvPr/>
            </p14:nvContentPartPr>
            <p14:xfrm>
              <a:off x="12999360" y="7970520"/>
              <a:ext cx="360" cy="360"/>
            </p14:xfrm>
          </p:contentPart>
        </mc:Choice>
        <mc:Fallback>
          <p:pic>
            <p:nvPicPr>
              <p:cNvPr id="52" name="Ink 51">
                <a:extLst>
                  <a:ext uri="{FF2B5EF4-FFF2-40B4-BE49-F238E27FC236}">
                    <a16:creationId xmlns:a16="http://schemas.microsoft.com/office/drawing/2014/main" id="{78E5EE4A-75B4-6530-39DE-1167A2B9A1D4}"/>
                  </a:ext>
                </a:extLst>
              </p:cNvPr>
              <p:cNvPicPr/>
              <p:nvPr/>
            </p:nvPicPr>
            <p:blipFill>
              <a:blip r:embed="rId5"/>
              <a:stretch>
                <a:fillRect/>
              </a:stretch>
            </p:blipFill>
            <p:spPr>
              <a:xfrm>
                <a:off x="12945720" y="786252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53" name="Ink 52">
                <a:extLst>
                  <a:ext uri="{FF2B5EF4-FFF2-40B4-BE49-F238E27FC236}">
                    <a16:creationId xmlns:a16="http://schemas.microsoft.com/office/drawing/2014/main" id="{93BBBE42-8E75-8AFF-0B16-7CED13D716C0}"/>
                  </a:ext>
                </a:extLst>
              </p14:cNvPr>
              <p14:cNvContentPartPr/>
              <p14:nvPr/>
            </p14:nvContentPartPr>
            <p14:xfrm>
              <a:off x="12999360" y="7970520"/>
              <a:ext cx="360" cy="360"/>
            </p14:xfrm>
          </p:contentPart>
        </mc:Choice>
        <mc:Fallback>
          <p:pic>
            <p:nvPicPr>
              <p:cNvPr id="53" name="Ink 52">
                <a:extLst>
                  <a:ext uri="{FF2B5EF4-FFF2-40B4-BE49-F238E27FC236}">
                    <a16:creationId xmlns:a16="http://schemas.microsoft.com/office/drawing/2014/main" id="{93BBBE42-8E75-8AFF-0B16-7CED13D716C0}"/>
                  </a:ext>
                </a:extLst>
              </p:cNvPr>
              <p:cNvPicPr/>
              <p:nvPr/>
            </p:nvPicPr>
            <p:blipFill>
              <a:blip r:embed="rId5"/>
              <a:stretch>
                <a:fillRect/>
              </a:stretch>
            </p:blipFill>
            <p:spPr>
              <a:xfrm>
                <a:off x="12945720" y="786252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69">
            <p14:nvContentPartPr>
              <p14:cNvPr id="54" name="Ink 53">
                <a:extLst>
                  <a:ext uri="{FF2B5EF4-FFF2-40B4-BE49-F238E27FC236}">
                    <a16:creationId xmlns:a16="http://schemas.microsoft.com/office/drawing/2014/main" id="{C47E042E-A07B-35C7-F354-2AEF31819DCA}"/>
                  </a:ext>
                </a:extLst>
              </p14:cNvPr>
              <p14:cNvContentPartPr/>
              <p14:nvPr/>
            </p14:nvContentPartPr>
            <p14:xfrm>
              <a:off x="12954000" y="7918680"/>
              <a:ext cx="360" cy="6480"/>
            </p14:xfrm>
          </p:contentPart>
        </mc:Choice>
        <mc:Fallback>
          <p:pic>
            <p:nvPicPr>
              <p:cNvPr id="54" name="Ink 53">
                <a:extLst>
                  <a:ext uri="{FF2B5EF4-FFF2-40B4-BE49-F238E27FC236}">
                    <a16:creationId xmlns:a16="http://schemas.microsoft.com/office/drawing/2014/main" id="{C47E042E-A07B-35C7-F354-2AEF31819DCA}"/>
                  </a:ext>
                </a:extLst>
              </p:cNvPr>
              <p:cNvPicPr/>
              <p:nvPr/>
            </p:nvPicPr>
            <p:blipFill>
              <a:blip r:embed="rId42"/>
              <a:stretch>
                <a:fillRect/>
              </a:stretch>
            </p:blipFill>
            <p:spPr>
              <a:xfrm>
                <a:off x="12900000" y="7811040"/>
                <a:ext cx="108000" cy="22212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55" name="Ink 54">
                <a:extLst>
                  <a:ext uri="{FF2B5EF4-FFF2-40B4-BE49-F238E27FC236}">
                    <a16:creationId xmlns:a16="http://schemas.microsoft.com/office/drawing/2014/main" id="{D336301E-25A0-DA22-B7A7-5A8AC4ADD2BB}"/>
                  </a:ext>
                </a:extLst>
              </p14:cNvPr>
              <p14:cNvContentPartPr/>
              <p14:nvPr/>
            </p14:nvContentPartPr>
            <p14:xfrm>
              <a:off x="13441800" y="8031360"/>
              <a:ext cx="6120" cy="9360"/>
            </p14:xfrm>
          </p:contentPart>
        </mc:Choice>
        <mc:Fallback>
          <p:pic>
            <p:nvPicPr>
              <p:cNvPr id="55" name="Ink 54">
                <a:extLst>
                  <a:ext uri="{FF2B5EF4-FFF2-40B4-BE49-F238E27FC236}">
                    <a16:creationId xmlns:a16="http://schemas.microsoft.com/office/drawing/2014/main" id="{D336301E-25A0-DA22-B7A7-5A8AC4ADD2BB}"/>
                  </a:ext>
                </a:extLst>
              </p:cNvPr>
              <p:cNvPicPr/>
              <p:nvPr/>
            </p:nvPicPr>
            <p:blipFill>
              <a:blip r:embed="rId71"/>
              <a:stretch>
                <a:fillRect/>
              </a:stretch>
            </p:blipFill>
            <p:spPr>
              <a:xfrm>
                <a:off x="13387800" y="7923720"/>
                <a:ext cx="113760" cy="22500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56" name="Ink 55">
                <a:extLst>
                  <a:ext uri="{FF2B5EF4-FFF2-40B4-BE49-F238E27FC236}">
                    <a16:creationId xmlns:a16="http://schemas.microsoft.com/office/drawing/2014/main" id="{C8406F7B-6E19-E06B-ECF4-8B45E3CAA12B}"/>
                  </a:ext>
                </a:extLst>
              </p14:cNvPr>
              <p14:cNvContentPartPr/>
              <p14:nvPr/>
            </p14:nvContentPartPr>
            <p14:xfrm>
              <a:off x="13807560" y="8067720"/>
              <a:ext cx="163080" cy="9360"/>
            </p14:xfrm>
          </p:contentPart>
        </mc:Choice>
        <mc:Fallback>
          <p:pic>
            <p:nvPicPr>
              <p:cNvPr id="56" name="Ink 55">
                <a:extLst>
                  <a:ext uri="{FF2B5EF4-FFF2-40B4-BE49-F238E27FC236}">
                    <a16:creationId xmlns:a16="http://schemas.microsoft.com/office/drawing/2014/main" id="{C8406F7B-6E19-E06B-ECF4-8B45E3CAA12B}"/>
                  </a:ext>
                </a:extLst>
              </p:cNvPr>
              <p:cNvPicPr/>
              <p:nvPr/>
            </p:nvPicPr>
            <p:blipFill>
              <a:blip r:embed="rId73"/>
              <a:stretch>
                <a:fillRect/>
              </a:stretch>
            </p:blipFill>
            <p:spPr>
              <a:xfrm>
                <a:off x="13753560" y="7960080"/>
                <a:ext cx="270720" cy="22500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57" name="Ink 56">
                <a:extLst>
                  <a:ext uri="{FF2B5EF4-FFF2-40B4-BE49-F238E27FC236}">
                    <a16:creationId xmlns:a16="http://schemas.microsoft.com/office/drawing/2014/main" id="{0E15352A-A0AD-DEAC-6A95-B9EBCC5078D0}"/>
                  </a:ext>
                </a:extLst>
              </p14:cNvPr>
              <p14:cNvContentPartPr/>
              <p14:nvPr/>
            </p14:nvContentPartPr>
            <p14:xfrm>
              <a:off x="13800360" y="8007960"/>
              <a:ext cx="144720" cy="23760"/>
            </p14:xfrm>
          </p:contentPart>
        </mc:Choice>
        <mc:Fallback>
          <p:pic>
            <p:nvPicPr>
              <p:cNvPr id="57" name="Ink 56">
                <a:extLst>
                  <a:ext uri="{FF2B5EF4-FFF2-40B4-BE49-F238E27FC236}">
                    <a16:creationId xmlns:a16="http://schemas.microsoft.com/office/drawing/2014/main" id="{0E15352A-A0AD-DEAC-6A95-B9EBCC5078D0}"/>
                  </a:ext>
                </a:extLst>
              </p:cNvPr>
              <p:cNvPicPr/>
              <p:nvPr/>
            </p:nvPicPr>
            <p:blipFill>
              <a:blip r:embed="rId75"/>
              <a:stretch>
                <a:fillRect/>
              </a:stretch>
            </p:blipFill>
            <p:spPr>
              <a:xfrm>
                <a:off x="13746720" y="7900320"/>
                <a:ext cx="252360" cy="23940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58" name="Ink 57">
                <a:extLst>
                  <a:ext uri="{FF2B5EF4-FFF2-40B4-BE49-F238E27FC236}">
                    <a16:creationId xmlns:a16="http://schemas.microsoft.com/office/drawing/2014/main" id="{BE3FB8F8-2435-4AE6-DA2E-A439D914A7A0}"/>
                  </a:ext>
                </a:extLst>
              </p14:cNvPr>
              <p14:cNvContentPartPr/>
              <p14:nvPr/>
            </p14:nvContentPartPr>
            <p14:xfrm>
              <a:off x="13426320" y="7985280"/>
              <a:ext cx="15840" cy="360"/>
            </p14:xfrm>
          </p:contentPart>
        </mc:Choice>
        <mc:Fallback>
          <p:pic>
            <p:nvPicPr>
              <p:cNvPr id="58" name="Ink 57">
                <a:extLst>
                  <a:ext uri="{FF2B5EF4-FFF2-40B4-BE49-F238E27FC236}">
                    <a16:creationId xmlns:a16="http://schemas.microsoft.com/office/drawing/2014/main" id="{BE3FB8F8-2435-4AE6-DA2E-A439D914A7A0}"/>
                  </a:ext>
                </a:extLst>
              </p:cNvPr>
              <p:cNvPicPr/>
              <p:nvPr/>
            </p:nvPicPr>
            <p:blipFill>
              <a:blip r:embed="rId11"/>
              <a:stretch>
                <a:fillRect/>
              </a:stretch>
            </p:blipFill>
            <p:spPr>
              <a:xfrm>
                <a:off x="13372680" y="7877640"/>
                <a:ext cx="12348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59" name="Ink 58">
                <a:extLst>
                  <a:ext uri="{FF2B5EF4-FFF2-40B4-BE49-F238E27FC236}">
                    <a16:creationId xmlns:a16="http://schemas.microsoft.com/office/drawing/2014/main" id="{D3FCA4C0-8F06-3B35-ABB4-223E59F7BDC9}"/>
                  </a:ext>
                </a:extLst>
              </p14:cNvPr>
              <p14:cNvContentPartPr/>
              <p14:nvPr/>
            </p14:nvContentPartPr>
            <p14:xfrm>
              <a:off x="13247040" y="7985280"/>
              <a:ext cx="87840" cy="360"/>
            </p14:xfrm>
          </p:contentPart>
        </mc:Choice>
        <mc:Fallback>
          <p:pic>
            <p:nvPicPr>
              <p:cNvPr id="59" name="Ink 58">
                <a:extLst>
                  <a:ext uri="{FF2B5EF4-FFF2-40B4-BE49-F238E27FC236}">
                    <a16:creationId xmlns:a16="http://schemas.microsoft.com/office/drawing/2014/main" id="{D3FCA4C0-8F06-3B35-ABB4-223E59F7BDC9}"/>
                  </a:ext>
                </a:extLst>
              </p:cNvPr>
              <p:cNvPicPr/>
              <p:nvPr/>
            </p:nvPicPr>
            <p:blipFill>
              <a:blip r:embed="rId78"/>
              <a:stretch>
                <a:fillRect/>
              </a:stretch>
            </p:blipFill>
            <p:spPr>
              <a:xfrm>
                <a:off x="13193400" y="7877640"/>
                <a:ext cx="19548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60" name="Ink 59">
                <a:extLst>
                  <a:ext uri="{FF2B5EF4-FFF2-40B4-BE49-F238E27FC236}">
                    <a16:creationId xmlns:a16="http://schemas.microsoft.com/office/drawing/2014/main" id="{D4D3B206-C175-64F9-A6D9-713E05E68333}"/>
                  </a:ext>
                </a:extLst>
              </p14:cNvPr>
              <p14:cNvContentPartPr/>
              <p14:nvPr/>
            </p14:nvContentPartPr>
            <p14:xfrm>
              <a:off x="13003320" y="7985280"/>
              <a:ext cx="88200" cy="360"/>
            </p14:xfrm>
          </p:contentPart>
        </mc:Choice>
        <mc:Fallback>
          <p:pic>
            <p:nvPicPr>
              <p:cNvPr id="60" name="Ink 59">
                <a:extLst>
                  <a:ext uri="{FF2B5EF4-FFF2-40B4-BE49-F238E27FC236}">
                    <a16:creationId xmlns:a16="http://schemas.microsoft.com/office/drawing/2014/main" id="{D4D3B206-C175-64F9-A6D9-713E05E68333}"/>
                  </a:ext>
                </a:extLst>
              </p:cNvPr>
              <p:cNvPicPr/>
              <p:nvPr/>
            </p:nvPicPr>
            <p:blipFill>
              <a:blip r:embed="rId78"/>
              <a:stretch>
                <a:fillRect/>
              </a:stretch>
            </p:blipFill>
            <p:spPr>
              <a:xfrm>
                <a:off x="12949320" y="7877640"/>
                <a:ext cx="19584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61" name="Ink 60">
                <a:extLst>
                  <a:ext uri="{FF2B5EF4-FFF2-40B4-BE49-F238E27FC236}">
                    <a16:creationId xmlns:a16="http://schemas.microsoft.com/office/drawing/2014/main" id="{BBBE4DBD-3F14-E2EC-6920-DBCB24FC385D}"/>
                  </a:ext>
                </a:extLst>
              </p14:cNvPr>
              <p14:cNvContentPartPr/>
              <p14:nvPr/>
            </p14:nvContentPartPr>
            <p14:xfrm>
              <a:off x="12954000" y="7985280"/>
              <a:ext cx="360" cy="360"/>
            </p14:xfrm>
          </p:contentPart>
        </mc:Choice>
        <mc:Fallback>
          <p:pic>
            <p:nvPicPr>
              <p:cNvPr id="61" name="Ink 60">
                <a:extLst>
                  <a:ext uri="{FF2B5EF4-FFF2-40B4-BE49-F238E27FC236}">
                    <a16:creationId xmlns:a16="http://schemas.microsoft.com/office/drawing/2014/main" id="{BBBE4DBD-3F14-E2EC-6920-DBCB24FC385D}"/>
                  </a:ext>
                </a:extLst>
              </p:cNvPr>
              <p:cNvPicPr/>
              <p:nvPr/>
            </p:nvPicPr>
            <p:blipFill>
              <a:blip r:embed="rId5"/>
              <a:stretch>
                <a:fillRect/>
              </a:stretch>
            </p:blipFill>
            <p:spPr>
              <a:xfrm>
                <a:off x="12900000" y="787764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62" name="Ink 61">
                <a:extLst>
                  <a:ext uri="{FF2B5EF4-FFF2-40B4-BE49-F238E27FC236}">
                    <a16:creationId xmlns:a16="http://schemas.microsoft.com/office/drawing/2014/main" id="{E51FE04D-DF87-517D-C822-9AB162E3D9AE}"/>
                  </a:ext>
                </a:extLst>
              </p14:cNvPr>
              <p14:cNvContentPartPr/>
              <p14:nvPr/>
            </p14:nvContentPartPr>
            <p14:xfrm>
              <a:off x="12954000" y="7985280"/>
              <a:ext cx="360" cy="360"/>
            </p14:xfrm>
          </p:contentPart>
        </mc:Choice>
        <mc:Fallback>
          <p:pic>
            <p:nvPicPr>
              <p:cNvPr id="62" name="Ink 61">
                <a:extLst>
                  <a:ext uri="{FF2B5EF4-FFF2-40B4-BE49-F238E27FC236}">
                    <a16:creationId xmlns:a16="http://schemas.microsoft.com/office/drawing/2014/main" id="{E51FE04D-DF87-517D-C822-9AB162E3D9AE}"/>
                  </a:ext>
                </a:extLst>
              </p:cNvPr>
              <p:cNvPicPr/>
              <p:nvPr/>
            </p:nvPicPr>
            <p:blipFill>
              <a:blip r:embed="rId5"/>
              <a:stretch>
                <a:fillRect/>
              </a:stretch>
            </p:blipFill>
            <p:spPr>
              <a:xfrm>
                <a:off x="12900000" y="787764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63" name="Ink 62">
                <a:extLst>
                  <a:ext uri="{FF2B5EF4-FFF2-40B4-BE49-F238E27FC236}">
                    <a16:creationId xmlns:a16="http://schemas.microsoft.com/office/drawing/2014/main" id="{BD10E0B5-0F9F-8815-C219-BA6A620649AF}"/>
                  </a:ext>
                </a:extLst>
              </p14:cNvPr>
              <p14:cNvContentPartPr/>
              <p14:nvPr/>
            </p14:nvContentPartPr>
            <p14:xfrm>
              <a:off x="13532880" y="8010840"/>
              <a:ext cx="66600" cy="35640"/>
            </p14:xfrm>
          </p:contentPart>
        </mc:Choice>
        <mc:Fallback>
          <p:pic>
            <p:nvPicPr>
              <p:cNvPr id="63" name="Ink 62">
                <a:extLst>
                  <a:ext uri="{FF2B5EF4-FFF2-40B4-BE49-F238E27FC236}">
                    <a16:creationId xmlns:a16="http://schemas.microsoft.com/office/drawing/2014/main" id="{BD10E0B5-0F9F-8815-C219-BA6A620649AF}"/>
                  </a:ext>
                </a:extLst>
              </p:cNvPr>
              <p:cNvPicPr/>
              <p:nvPr/>
            </p:nvPicPr>
            <p:blipFill>
              <a:blip r:embed="rId83"/>
              <a:stretch>
                <a:fillRect/>
              </a:stretch>
            </p:blipFill>
            <p:spPr>
              <a:xfrm>
                <a:off x="13478880" y="7903200"/>
                <a:ext cx="174240" cy="25128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64" name="Ink 63">
                <a:extLst>
                  <a:ext uri="{FF2B5EF4-FFF2-40B4-BE49-F238E27FC236}">
                    <a16:creationId xmlns:a16="http://schemas.microsoft.com/office/drawing/2014/main" id="{EB9BF3B5-01B8-6936-42FA-FCFAFF2BD34F}"/>
                  </a:ext>
                </a:extLst>
              </p14:cNvPr>
              <p14:cNvContentPartPr/>
              <p14:nvPr/>
            </p14:nvContentPartPr>
            <p14:xfrm>
              <a:off x="13716120" y="7956120"/>
              <a:ext cx="90000" cy="29520"/>
            </p14:xfrm>
          </p:contentPart>
        </mc:Choice>
        <mc:Fallback>
          <p:pic>
            <p:nvPicPr>
              <p:cNvPr id="64" name="Ink 63">
                <a:extLst>
                  <a:ext uri="{FF2B5EF4-FFF2-40B4-BE49-F238E27FC236}">
                    <a16:creationId xmlns:a16="http://schemas.microsoft.com/office/drawing/2014/main" id="{EB9BF3B5-01B8-6936-42FA-FCFAFF2BD34F}"/>
                  </a:ext>
                </a:extLst>
              </p:cNvPr>
              <p:cNvPicPr/>
              <p:nvPr/>
            </p:nvPicPr>
            <p:blipFill>
              <a:blip r:embed="rId85"/>
              <a:stretch>
                <a:fillRect/>
              </a:stretch>
            </p:blipFill>
            <p:spPr>
              <a:xfrm>
                <a:off x="13662120" y="7848120"/>
                <a:ext cx="197640" cy="24516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65" name="Ink 64">
                <a:extLst>
                  <a:ext uri="{FF2B5EF4-FFF2-40B4-BE49-F238E27FC236}">
                    <a16:creationId xmlns:a16="http://schemas.microsoft.com/office/drawing/2014/main" id="{E3F2EA63-AE4F-4137-6A4E-D10848E88454}"/>
                  </a:ext>
                </a:extLst>
              </p14:cNvPr>
              <p14:cNvContentPartPr/>
              <p14:nvPr/>
            </p14:nvContentPartPr>
            <p14:xfrm>
              <a:off x="14020680" y="7941360"/>
              <a:ext cx="42840" cy="14400"/>
            </p14:xfrm>
          </p:contentPart>
        </mc:Choice>
        <mc:Fallback>
          <p:pic>
            <p:nvPicPr>
              <p:cNvPr id="65" name="Ink 64">
                <a:extLst>
                  <a:ext uri="{FF2B5EF4-FFF2-40B4-BE49-F238E27FC236}">
                    <a16:creationId xmlns:a16="http://schemas.microsoft.com/office/drawing/2014/main" id="{E3F2EA63-AE4F-4137-6A4E-D10848E88454}"/>
                  </a:ext>
                </a:extLst>
              </p:cNvPr>
              <p:cNvPicPr/>
              <p:nvPr/>
            </p:nvPicPr>
            <p:blipFill>
              <a:blip r:embed="rId87"/>
              <a:stretch>
                <a:fillRect/>
              </a:stretch>
            </p:blipFill>
            <p:spPr>
              <a:xfrm>
                <a:off x="13966680" y="7833360"/>
                <a:ext cx="150480" cy="23004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66" name="Ink 65">
                <a:extLst>
                  <a:ext uri="{FF2B5EF4-FFF2-40B4-BE49-F238E27FC236}">
                    <a16:creationId xmlns:a16="http://schemas.microsoft.com/office/drawing/2014/main" id="{AA6A1FC7-8A0F-377C-4BE3-79F52E46EB0B}"/>
                  </a:ext>
                </a:extLst>
              </p14:cNvPr>
              <p14:cNvContentPartPr/>
              <p14:nvPr/>
            </p14:nvContentPartPr>
            <p14:xfrm>
              <a:off x="14325240" y="7924800"/>
              <a:ext cx="12600" cy="360"/>
            </p14:xfrm>
          </p:contentPart>
        </mc:Choice>
        <mc:Fallback>
          <p:pic>
            <p:nvPicPr>
              <p:cNvPr id="66" name="Ink 65">
                <a:extLst>
                  <a:ext uri="{FF2B5EF4-FFF2-40B4-BE49-F238E27FC236}">
                    <a16:creationId xmlns:a16="http://schemas.microsoft.com/office/drawing/2014/main" id="{AA6A1FC7-8A0F-377C-4BE3-79F52E46EB0B}"/>
                  </a:ext>
                </a:extLst>
              </p:cNvPr>
              <p:cNvPicPr/>
              <p:nvPr/>
            </p:nvPicPr>
            <p:blipFill>
              <a:blip r:embed="rId23"/>
              <a:stretch>
                <a:fillRect/>
              </a:stretch>
            </p:blipFill>
            <p:spPr>
              <a:xfrm>
                <a:off x="14271600" y="7817160"/>
                <a:ext cx="12024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89">
            <p14:nvContentPartPr>
              <p14:cNvPr id="67" name="Ink 66">
                <a:extLst>
                  <a:ext uri="{FF2B5EF4-FFF2-40B4-BE49-F238E27FC236}">
                    <a16:creationId xmlns:a16="http://schemas.microsoft.com/office/drawing/2014/main" id="{55B5B3E1-3C68-4B5A-9386-4121C0DEE5B6}"/>
                  </a:ext>
                </a:extLst>
              </p14:cNvPr>
              <p14:cNvContentPartPr/>
              <p14:nvPr/>
            </p14:nvContentPartPr>
            <p14:xfrm>
              <a:off x="14401560" y="7924800"/>
              <a:ext cx="360" cy="360"/>
            </p14:xfrm>
          </p:contentPart>
        </mc:Choice>
        <mc:Fallback>
          <p:pic>
            <p:nvPicPr>
              <p:cNvPr id="67" name="Ink 66">
                <a:extLst>
                  <a:ext uri="{FF2B5EF4-FFF2-40B4-BE49-F238E27FC236}">
                    <a16:creationId xmlns:a16="http://schemas.microsoft.com/office/drawing/2014/main" id="{55B5B3E1-3C68-4B5A-9386-4121C0DEE5B6}"/>
                  </a:ext>
                </a:extLst>
              </p:cNvPr>
              <p:cNvPicPr/>
              <p:nvPr/>
            </p:nvPicPr>
            <p:blipFill>
              <a:blip r:embed="rId5"/>
              <a:stretch>
                <a:fillRect/>
              </a:stretch>
            </p:blipFill>
            <p:spPr>
              <a:xfrm>
                <a:off x="14347560" y="781716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68" name="Ink 67">
                <a:extLst>
                  <a:ext uri="{FF2B5EF4-FFF2-40B4-BE49-F238E27FC236}">
                    <a16:creationId xmlns:a16="http://schemas.microsoft.com/office/drawing/2014/main" id="{D9DCA5E9-6EBE-CC0A-BD70-13A44B2FACA3}"/>
                  </a:ext>
                </a:extLst>
              </p14:cNvPr>
              <p14:cNvContentPartPr/>
              <p14:nvPr/>
            </p14:nvContentPartPr>
            <p14:xfrm>
              <a:off x="14401560" y="7924800"/>
              <a:ext cx="360" cy="360"/>
            </p14:xfrm>
          </p:contentPart>
        </mc:Choice>
        <mc:Fallback>
          <p:pic>
            <p:nvPicPr>
              <p:cNvPr id="68" name="Ink 67">
                <a:extLst>
                  <a:ext uri="{FF2B5EF4-FFF2-40B4-BE49-F238E27FC236}">
                    <a16:creationId xmlns:a16="http://schemas.microsoft.com/office/drawing/2014/main" id="{D9DCA5E9-6EBE-CC0A-BD70-13A44B2FACA3}"/>
                  </a:ext>
                </a:extLst>
              </p:cNvPr>
              <p:cNvPicPr/>
              <p:nvPr/>
            </p:nvPicPr>
            <p:blipFill>
              <a:blip r:embed="rId5"/>
              <a:stretch>
                <a:fillRect/>
              </a:stretch>
            </p:blipFill>
            <p:spPr>
              <a:xfrm>
                <a:off x="14347560" y="781716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91">
            <p14:nvContentPartPr>
              <p14:cNvPr id="69" name="Ink 68">
                <a:extLst>
                  <a:ext uri="{FF2B5EF4-FFF2-40B4-BE49-F238E27FC236}">
                    <a16:creationId xmlns:a16="http://schemas.microsoft.com/office/drawing/2014/main" id="{D5D29263-8D88-2746-89C5-E6154CA2E809}"/>
                  </a:ext>
                </a:extLst>
              </p14:cNvPr>
              <p14:cNvContentPartPr/>
              <p14:nvPr/>
            </p14:nvContentPartPr>
            <p14:xfrm>
              <a:off x="13789920" y="7924800"/>
              <a:ext cx="93960" cy="360"/>
            </p14:xfrm>
          </p:contentPart>
        </mc:Choice>
        <mc:Fallback>
          <p:pic>
            <p:nvPicPr>
              <p:cNvPr id="69" name="Ink 68">
                <a:extLst>
                  <a:ext uri="{FF2B5EF4-FFF2-40B4-BE49-F238E27FC236}">
                    <a16:creationId xmlns:a16="http://schemas.microsoft.com/office/drawing/2014/main" id="{D5D29263-8D88-2746-89C5-E6154CA2E809}"/>
                  </a:ext>
                </a:extLst>
              </p:cNvPr>
              <p:cNvPicPr/>
              <p:nvPr/>
            </p:nvPicPr>
            <p:blipFill>
              <a:blip r:embed="rId92"/>
              <a:stretch>
                <a:fillRect/>
              </a:stretch>
            </p:blipFill>
            <p:spPr>
              <a:xfrm>
                <a:off x="13735920" y="7817160"/>
                <a:ext cx="2016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93">
            <p14:nvContentPartPr>
              <p14:cNvPr id="70" name="Ink 69">
                <a:extLst>
                  <a:ext uri="{FF2B5EF4-FFF2-40B4-BE49-F238E27FC236}">
                    <a16:creationId xmlns:a16="http://schemas.microsoft.com/office/drawing/2014/main" id="{BD5E5C29-C218-A7EA-4447-D02C07A2EC9C}"/>
                  </a:ext>
                </a:extLst>
              </p14:cNvPr>
              <p14:cNvContentPartPr/>
              <p14:nvPr/>
            </p14:nvContentPartPr>
            <p14:xfrm>
              <a:off x="13500120" y="7924800"/>
              <a:ext cx="79200" cy="23400"/>
            </p14:xfrm>
          </p:contentPart>
        </mc:Choice>
        <mc:Fallback>
          <p:pic>
            <p:nvPicPr>
              <p:cNvPr id="70" name="Ink 69">
                <a:extLst>
                  <a:ext uri="{FF2B5EF4-FFF2-40B4-BE49-F238E27FC236}">
                    <a16:creationId xmlns:a16="http://schemas.microsoft.com/office/drawing/2014/main" id="{BD5E5C29-C218-A7EA-4447-D02C07A2EC9C}"/>
                  </a:ext>
                </a:extLst>
              </p:cNvPr>
              <p:cNvPicPr/>
              <p:nvPr/>
            </p:nvPicPr>
            <p:blipFill>
              <a:blip r:embed="rId94"/>
              <a:stretch>
                <a:fillRect/>
              </a:stretch>
            </p:blipFill>
            <p:spPr>
              <a:xfrm>
                <a:off x="13446480" y="7817160"/>
                <a:ext cx="186840" cy="239040"/>
              </a:xfrm>
              <a:prstGeom prst="rect">
                <a:avLst/>
              </a:prstGeom>
            </p:spPr>
          </p:pic>
        </mc:Fallback>
      </mc:AlternateContent>
      <mc:AlternateContent xmlns:mc="http://schemas.openxmlformats.org/markup-compatibility/2006">
        <mc:Choice xmlns:p14="http://schemas.microsoft.com/office/powerpoint/2010/main" Requires="p14">
          <p:contentPart p14:bwMode="auto" r:id="rId95">
            <p14:nvContentPartPr>
              <p14:cNvPr id="71" name="Ink 70">
                <a:extLst>
                  <a:ext uri="{FF2B5EF4-FFF2-40B4-BE49-F238E27FC236}">
                    <a16:creationId xmlns:a16="http://schemas.microsoft.com/office/drawing/2014/main" id="{B333A00E-F8FC-1C07-AA51-D01C8D39F24D}"/>
                  </a:ext>
                </a:extLst>
              </p14:cNvPr>
              <p14:cNvContentPartPr/>
              <p14:nvPr/>
            </p14:nvContentPartPr>
            <p14:xfrm>
              <a:off x="13410840" y="7985280"/>
              <a:ext cx="15840" cy="360"/>
            </p14:xfrm>
          </p:contentPart>
        </mc:Choice>
        <mc:Fallback>
          <p:pic>
            <p:nvPicPr>
              <p:cNvPr id="71" name="Ink 70">
                <a:extLst>
                  <a:ext uri="{FF2B5EF4-FFF2-40B4-BE49-F238E27FC236}">
                    <a16:creationId xmlns:a16="http://schemas.microsoft.com/office/drawing/2014/main" id="{B333A00E-F8FC-1C07-AA51-D01C8D39F24D}"/>
                  </a:ext>
                </a:extLst>
              </p:cNvPr>
              <p:cNvPicPr/>
              <p:nvPr/>
            </p:nvPicPr>
            <p:blipFill>
              <a:blip r:embed="rId11"/>
              <a:stretch>
                <a:fillRect/>
              </a:stretch>
            </p:blipFill>
            <p:spPr>
              <a:xfrm>
                <a:off x="13357200" y="7877640"/>
                <a:ext cx="12348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72" name="Ink 71">
                <a:extLst>
                  <a:ext uri="{FF2B5EF4-FFF2-40B4-BE49-F238E27FC236}">
                    <a16:creationId xmlns:a16="http://schemas.microsoft.com/office/drawing/2014/main" id="{88256D50-427B-9B1B-5D23-3C36BF063AAD}"/>
                  </a:ext>
                </a:extLst>
              </p14:cNvPr>
              <p14:cNvContentPartPr/>
              <p14:nvPr/>
            </p14:nvContentPartPr>
            <p14:xfrm>
              <a:off x="13324080" y="8000760"/>
              <a:ext cx="41400" cy="12240"/>
            </p14:xfrm>
          </p:contentPart>
        </mc:Choice>
        <mc:Fallback>
          <p:pic>
            <p:nvPicPr>
              <p:cNvPr id="72" name="Ink 71">
                <a:extLst>
                  <a:ext uri="{FF2B5EF4-FFF2-40B4-BE49-F238E27FC236}">
                    <a16:creationId xmlns:a16="http://schemas.microsoft.com/office/drawing/2014/main" id="{88256D50-427B-9B1B-5D23-3C36BF063AAD}"/>
                  </a:ext>
                </a:extLst>
              </p:cNvPr>
              <p:cNvPicPr/>
              <p:nvPr/>
            </p:nvPicPr>
            <p:blipFill>
              <a:blip r:embed="rId97"/>
              <a:stretch>
                <a:fillRect/>
              </a:stretch>
            </p:blipFill>
            <p:spPr>
              <a:xfrm>
                <a:off x="13270080" y="7893120"/>
                <a:ext cx="149040" cy="22788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73" name="Ink 72">
                <a:extLst>
                  <a:ext uri="{FF2B5EF4-FFF2-40B4-BE49-F238E27FC236}">
                    <a16:creationId xmlns:a16="http://schemas.microsoft.com/office/drawing/2014/main" id="{04AAD742-B352-1D62-1466-358152A56524}"/>
                  </a:ext>
                </a:extLst>
              </p14:cNvPr>
              <p14:cNvContentPartPr/>
              <p14:nvPr/>
            </p14:nvContentPartPr>
            <p14:xfrm>
              <a:off x="13188360" y="8031360"/>
              <a:ext cx="9360" cy="6120"/>
            </p14:xfrm>
          </p:contentPart>
        </mc:Choice>
        <mc:Fallback>
          <p:pic>
            <p:nvPicPr>
              <p:cNvPr id="73" name="Ink 72">
                <a:extLst>
                  <a:ext uri="{FF2B5EF4-FFF2-40B4-BE49-F238E27FC236}">
                    <a16:creationId xmlns:a16="http://schemas.microsoft.com/office/drawing/2014/main" id="{04AAD742-B352-1D62-1466-358152A56524}"/>
                  </a:ext>
                </a:extLst>
              </p:cNvPr>
              <p:cNvPicPr/>
              <p:nvPr/>
            </p:nvPicPr>
            <p:blipFill>
              <a:blip r:embed="rId99"/>
              <a:stretch>
                <a:fillRect/>
              </a:stretch>
            </p:blipFill>
            <p:spPr>
              <a:xfrm>
                <a:off x="13134720" y="7923720"/>
                <a:ext cx="117000" cy="22176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74" name="Ink 73">
                <a:extLst>
                  <a:ext uri="{FF2B5EF4-FFF2-40B4-BE49-F238E27FC236}">
                    <a16:creationId xmlns:a16="http://schemas.microsoft.com/office/drawing/2014/main" id="{B1473CA2-4C1A-041C-8C54-D54C53C103A3}"/>
                  </a:ext>
                </a:extLst>
              </p14:cNvPr>
              <p14:cNvContentPartPr/>
              <p14:nvPr/>
            </p14:nvContentPartPr>
            <p14:xfrm>
              <a:off x="13121400" y="8046480"/>
              <a:ext cx="360" cy="360"/>
            </p14:xfrm>
          </p:contentPart>
        </mc:Choice>
        <mc:Fallback>
          <p:pic>
            <p:nvPicPr>
              <p:cNvPr id="74" name="Ink 73">
                <a:extLst>
                  <a:ext uri="{FF2B5EF4-FFF2-40B4-BE49-F238E27FC236}">
                    <a16:creationId xmlns:a16="http://schemas.microsoft.com/office/drawing/2014/main" id="{B1473CA2-4C1A-041C-8C54-D54C53C103A3}"/>
                  </a:ext>
                </a:extLst>
              </p:cNvPr>
              <p:cNvPicPr/>
              <p:nvPr/>
            </p:nvPicPr>
            <p:blipFill>
              <a:blip r:embed="rId5"/>
              <a:stretch>
                <a:fillRect/>
              </a:stretch>
            </p:blipFill>
            <p:spPr>
              <a:xfrm>
                <a:off x="13067760" y="793848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01">
            <p14:nvContentPartPr>
              <p14:cNvPr id="75" name="Ink 74">
                <a:extLst>
                  <a:ext uri="{FF2B5EF4-FFF2-40B4-BE49-F238E27FC236}">
                    <a16:creationId xmlns:a16="http://schemas.microsoft.com/office/drawing/2014/main" id="{5EBF9D7A-925B-63BC-25AA-D2AFCB7F6BF3}"/>
                  </a:ext>
                </a:extLst>
              </p14:cNvPr>
              <p14:cNvContentPartPr/>
              <p14:nvPr/>
            </p14:nvContentPartPr>
            <p14:xfrm>
              <a:off x="13593720" y="7865040"/>
              <a:ext cx="42840" cy="14040"/>
            </p14:xfrm>
          </p:contentPart>
        </mc:Choice>
        <mc:Fallback>
          <p:pic>
            <p:nvPicPr>
              <p:cNvPr id="75" name="Ink 74">
                <a:extLst>
                  <a:ext uri="{FF2B5EF4-FFF2-40B4-BE49-F238E27FC236}">
                    <a16:creationId xmlns:a16="http://schemas.microsoft.com/office/drawing/2014/main" id="{5EBF9D7A-925B-63BC-25AA-D2AFCB7F6BF3}"/>
                  </a:ext>
                </a:extLst>
              </p:cNvPr>
              <p:cNvPicPr/>
              <p:nvPr/>
            </p:nvPicPr>
            <p:blipFill>
              <a:blip r:embed="rId102"/>
              <a:stretch>
                <a:fillRect/>
              </a:stretch>
            </p:blipFill>
            <p:spPr>
              <a:xfrm>
                <a:off x="13540080" y="7757400"/>
                <a:ext cx="150480" cy="229680"/>
              </a:xfrm>
              <a:prstGeom prst="rect">
                <a:avLst/>
              </a:prstGeom>
            </p:spPr>
          </p:pic>
        </mc:Fallback>
      </mc:AlternateContent>
      <mc:AlternateContent xmlns:mc="http://schemas.openxmlformats.org/markup-compatibility/2006">
        <mc:Choice xmlns:p14="http://schemas.microsoft.com/office/powerpoint/2010/main" Requires="p14">
          <p:contentPart p14:bwMode="auto" r:id="rId103">
            <p14:nvContentPartPr>
              <p14:cNvPr id="76" name="Ink 75">
                <a:extLst>
                  <a:ext uri="{FF2B5EF4-FFF2-40B4-BE49-F238E27FC236}">
                    <a16:creationId xmlns:a16="http://schemas.microsoft.com/office/drawing/2014/main" id="{1F08F4C0-2C7E-4E87-404E-9E10B91D7BDE}"/>
                  </a:ext>
                </a:extLst>
              </p14:cNvPr>
              <p14:cNvContentPartPr/>
              <p14:nvPr/>
            </p14:nvContentPartPr>
            <p14:xfrm>
              <a:off x="13868040" y="7833360"/>
              <a:ext cx="15840" cy="360"/>
            </p14:xfrm>
          </p:contentPart>
        </mc:Choice>
        <mc:Fallback>
          <p:pic>
            <p:nvPicPr>
              <p:cNvPr id="76" name="Ink 75">
                <a:extLst>
                  <a:ext uri="{FF2B5EF4-FFF2-40B4-BE49-F238E27FC236}">
                    <a16:creationId xmlns:a16="http://schemas.microsoft.com/office/drawing/2014/main" id="{1F08F4C0-2C7E-4E87-404E-9E10B91D7BDE}"/>
                  </a:ext>
                </a:extLst>
              </p:cNvPr>
              <p:cNvPicPr/>
              <p:nvPr/>
            </p:nvPicPr>
            <p:blipFill>
              <a:blip r:embed="rId11"/>
              <a:stretch>
                <a:fillRect/>
              </a:stretch>
            </p:blipFill>
            <p:spPr>
              <a:xfrm>
                <a:off x="13814040" y="7725360"/>
                <a:ext cx="12348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77" name="Ink 76">
                <a:extLst>
                  <a:ext uri="{FF2B5EF4-FFF2-40B4-BE49-F238E27FC236}">
                    <a16:creationId xmlns:a16="http://schemas.microsoft.com/office/drawing/2014/main" id="{3BBD0484-39BA-7206-CA9F-AA00EB96EA93}"/>
                  </a:ext>
                </a:extLst>
              </p14:cNvPr>
              <p14:cNvContentPartPr/>
              <p14:nvPr/>
            </p14:nvContentPartPr>
            <p14:xfrm>
              <a:off x="13914120" y="7833360"/>
              <a:ext cx="56520" cy="360"/>
            </p14:xfrm>
          </p:contentPart>
        </mc:Choice>
        <mc:Fallback>
          <p:pic>
            <p:nvPicPr>
              <p:cNvPr id="77" name="Ink 76">
                <a:extLst>
                  <a:ext uri="{FF2B5EF4-FFF2-40B4-BE49-F238E27FC236}">
                    <a16:creationId xmlns:a16="http://schemas.microsoft.com/office/drawing/2014/main" id="{3BBD0484-39BA-7206-CA9F-AA00EB96EA93}"/>
                  </a:ext>
                </a:extLst>
              </p:cNvPr>
              <p:cNvPicPr/>
              <p:nvPr/>
            </p:nvPicPr>
            <p:blipFill>
              <a:blip r:embed="rId16"/>
              <a:stretch>
                <a:fillRect/>
              </a:stretch>
            </p:blipFill>
            <p:spPr>
              <a:xfrm>
                <a:off x="13860120" y="7725360"/>
                <a:ext cx="1641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05">
            <p14:nvContentPartPr>
              <p14:cNvPr id="78" name="Ink 77">
                <a:extLst>
                  <a:ext uri="{FF2B5EF4-FFF2-40B4-BE49-F238E27FC236}">
                    <a16:creationId xmlns:a16="http://schemas.microsoft.com/office/drawing/2014/main" id="{C990B87B-A812-155D-8057-13DDAC5E279E}"/>
                  </a:ext>
                </a:extLst>
              </p14:cNvPr>
              <p14:cNvContentPartPr/>
              <p14:nvPr/>
            </p14:nvContentPartPr>
            <p14:xfrm>
              <a:off x="14081880" y="7833360"/>
              <a:ext cx="27720" cy="360"/>
            </p14:xfrm>
          </p:contentPart>
        </mc:Choice>
        <mc:Fallback>
          <p:pic>
            <p:nvPicPr>
              <p:cNvPr id="78" name="Ink 77">
                <a:extLst>
                  <a:ext uri="{FF2B5EF4-FFF2-40B4-BE49-F238E27FC236}">
                    <a16:creationId xmlns:a16="http://schemas.microsoft.com/office/drawing/2014/main" id="{C990B87B-A812-155D-8057-13DDAC5E279E}"/>
                  </a:ext>
                </a:extLst>
              </p:cNvPr>
              <p:cNvPicPr/>
              <p:nvPr/>
            </p:nvPicPr>
            <p:blipFill>
              <a:blip r:embed="rId40"/>
              <a:stretch>
                <a:fillRect/>
              </a:stretch>
            </p:blipFill>
            <p:spPr>
              <a:xfrm>
                <a:off x="14027880" y="7725360"/>
                <a:ext cx="1353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79" name="Ink 78">
                <a:extLst>
                  <a:ext uri="{FF2B5EF4-FFF2-40B4-BE49-F238E27FC236}">
                    <a16:creationId xmlns:a16="http://schemas.microsoft.com/office/drawing/2014/main" id="{9BC3E346-1837-72E2-EFF5-B3B030F09350}"/>
                  </a:ext>
                </a:extLst>
              </p14:cNvPr>
              <p14:cNvContentPartPr/>
              <p14:nvPr/>
            </p14:nvContentPartPr>
            <p14:xfrm>
              <a:off x="14188440" y="7848120"/>
              <a:ext cx="6120" cy="360"/>
            </p14:xfrm>
          </p:contentPart>
        </mc:Choice>
        <mc:Fallback>
          <p:pic>
            <p:nvPicPr>
              <p:cNvPr id="79" name="Ink 78">
                <a:extLst>
                  <a:ext uri="{FF2B5EF4-FFF2-40B4-BE49-F238E27FC236}">
                    <a16:creationId xmlns:a16="http://schemas.microsoft.com/office/drawing/2014/main" id="{9BC3E346-1837-72E2-EFF5-B3B030F09350}"/>
                  </a:ext>
                </a:extLst>
              </p:cNvPr>
              <p:cNvPicPr/>
              <p:nvPr/>
            </p:nvPicPr>
            <p:blipFill>
              <a:blip r:embed="rId23"/>
              <a:stretch>
                <a:fillRect/>
              </a:stretch>
            </p:blipFill>
            <p:spPr>
              <a:xfrm>
                <a:off x="14134440" y="7740480"/>
                <a:ext cx="1137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07">
            <p14:nvContentPartPr>
              <p14:cNvPr id="80" name="Ink 79">
                <a:extLst>
                  <a:ext uri="{FF2B5EF4-FFF2-40B4-BE49-F238E27FC236}">
                    <a16:creationId xmlns:a16="http://schemas.microsoft.com/office/drawing/2014/main" id="{5CE5E0A5-5D7A-9585-A12D-36A4FAFF7A80}"/>
                  </a:ext>
                </a:extLst>
              </p14:cNvPr>
              <p14:cNvContentPartPr/>
              <p14:nvPr/>
            </p14:nvContentPartPr>
            <p14:xfrm>
              <a:off x="14462400" y="7924800"/>
              <a:ext cx="360" cy="360"/>
            </p14:xfrm>
          </p:contentPart>
        </mc:Choice>
        <mc:Fallback>
          <p:pic>
            <p:nvPicPr>
              <p:cNvPr id="80" name="Ink 79">
                <a:extLst>
                  <a:ext uri="{FF2B5EF4-FFF2-40B4-BE49-F238E27FC236}">
                    <a16:creationId xmlns:a16="http://schemas.microsoft.com/office/drawing/2014/main" id="{5CE5E0A5-5D7A-9585-A12D-36A4FAFF7A80}"/>
                  </a:ext>
                </a:extLst>
              </p:cNvPr>
              <p:cNvPicPr/>
              <p:nvPr/>
            </p:nvPicPr>
            <p:blipFill>
              <a:blip r:embed="rId5"/>
              <a:stretch>
                <a:fillRect/>
              </a:stretch>
            </p:blipFill>
            <p:spPr>
              <a:xfrm>
                <a:off x="14408760" y="7817160"/>
                <a:ext cx="108000" cy="216000"/>
              </a:xfrm>
              <a:prstGeom prst="rect">
                <a:avLst/>
              </a:prstGeom>
            </p:spPr>
          </p:pic>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963573"/>
            <a:ext cx="11600378" cy="708779"/>
          </a:xfrm>
          <a:prstGeom prst="rect">
            <a:avLst/>
          </a:prstGeom>
          <a:noFill/>
          <a:ln/>
        </p:spPr>
        <p:txBody>
          <a:bodyPr wrap="none" lIns="0" tIns="0" rIns="0" bIns="0" rtlCol="0" anchor="t"/>
          <a:lstStyle/>
          <a:p>
            <a:pPr marL="0" indent="0" algn="l">
              <a:lnSpc>
                <a:spcPts val="5550"/>
              </a:lnSpc>
              <a:buNone/>
            </a:pPr>
            <a:r>
              <a:rPr lang="en-US" sz="4450" dirty="0">
                <a:solidFill>
                  <a:srgbClr val="FFFFFF"/>
                </a:solidFill>
                <a:latin typeface="Saira Medium" pitchFamily="34" charset="0"/>
                <a:ea typeface="Saira Medium" pitchFamily="34" charset="-122"/>
                <a:cs typeface="Saira Medium" pitchFamily="34" charset="-120"/>
              </a:rPr>
              <a:t>Key NLP Techniques in Fake News Detection</a:t>
            </a:r>
            <a:endParaRPr lang="en-US" sz="4450" dirty="0"/>
          </a:p>
        </p:txBody>
      </p:sp>
      <p:sp>
        <p:nvSpPr>
          <p:cNvPr id="3" name="Shape 1"/>
          <p:cNvSpPr/>
          <p:nvPr/>
        </p:nvSpPr>
        <p:spPr>
          <a:xfrm>
            <a:off x="793790" y="2125980"/>
            <a:ext cx="6407944" cy="2456617"/>
          </a:xfrm>
          <a:prstGeom prst="roundRect">
            <a:avLst>
              <a:gd name="adj" fmla="val 5956"/>
            </a:avLst>
          </a:prstGeom>
          <a:solidFill>
            <a:srgbClr val="030303">
              <a:alpha val="75000"/>
            </a:srgbClr>
          </a:solidFill>
          <a:ln w="30480">
            <a:solidFill>
              <a:srgbClr val="FC8337"/>
            </a:solidFill>
            <a:prstDash val="solid"/>
          </a:ln>
        </p:spPr>
        <p:txBody>
          <a:bodyPr/>
          <a:lstStyle/>
          <a:p>
            <a:endParaRPr lang="en-US"/>
          </a:p>
        </p:txBody>
      </p:sp>
      <p:sp>
        <p:nvSpPr>
          <p:cNvPr id="4" name="Shape 2"/>
          <p:cNvSpPr/>
          <p:nvPr/>
        </p:nvSpPr>
        <p:spPr>
          <a:xfrm>
            <a:off x="763310" y="2125980"/>
            <a:ext cx="121920" cy="2456617"/>
          </a:xfrm>
          <a:prstGeom prst="roundRect">
            <a:avLst>
              <a:gd name="adj" fmla="val 167442"/>
            </a:avLst>
          </a:prstGeom>
          <a:solidFill>
            <a:srgbClr val="FC8337"/>
          </a:solidFill>
          <a:ln/>
        </p:spPr>
        <p:txBody>
          <a:bodyPr/>
          <a:lstStyle/>
          <a:p>
            <a:endParaRPr lang="en-US"/>
          </a:p>
        </p:txBody>
      </p:sp>
      <p:sp>
        <p:nvSpPr>
          <p:cNvPr id="5" name="Text 3"/>
          <p:cNvSpPr/>
          <p:nvPr/>
        </p:nvSpPr>
        <p:spPr>
          <a:xfrm>
            <a:off x="1142524" y="238327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Saira Medium" pitchFamily="34" charset="0"/>
                <a:ea typeface="Saira Medium" pitchFamily="34" charset="-122"/>
                <a:cs typeface="Saira Medium" pitchFamily="34" charset="-120"/>
              </a:rPr>
              <a:t>Text Classification</a:t>
            </a:r>
            <a:endParaRPr lang="en-US" sz="2200" dirty="0"/>
          </a:p>
        </p:txBody>
      </p:sp>
      <p:sp>
        <p:nvSpPr>
          <p:cNvPr id="6" name="Text 4"/>
          <p:cNvSpPr/>
          <p:nvPr/>
        </p:nvSpPr>
        <p:spPr>
          <a:xfrm>
            <a:off x="1142524" y="2873693"/>
            <a:ext cx="5801916" cy="1451610"/>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Categorizes news articles as real or fake by identifying linguistic features, such as headline structure, sentence complexity, and the use of specific keywords, that are characteristic of each category.</a:t>
            </a:r>
            <a:endParaRPr lang="en-US" sz="1750" dirty="0"/>
          </a:p>
        </p:txBody>
      </p:sp>
      <p:sp>
        <p:nvSpPr>
          <p:cNvPr id="7" name="Shape 5"/>
          <p:cNvSpPr/>
          <p:nvPr/>
        </p:nvSpPr>
        <p:spPr>
          <a:xfrm>
            <a:off x="7428548" y="2125980"/>
            <a:ext cx="6408063" cy="2456617"/>
          </a:xfrm>
          <a:prstGeom prst="roundRect">
            <a:avLst>
              <a:gd name="adj" fmla="val 5956"/>
            </a:avLst>
          </a:prstGeom>
          <a:solidFill>
            <a:srgbClr val="030303">
              <a:alpha val="75000"/>
            </a:srgbClr>
          </a:solidFill>
          <a:ln w="30480">
            <a:solidFill>
              <a:srgbClr val="FC8337"/>
            </a:solidFill>
            <a:prstDash val="solid"/>
          </a:ln>
        </p:spPr>
        <p:txBody>
          <a:bodyPr/>
          <a:lstStyle/>
          <a:p>
            <a:endParaRPr lang="en-US"/>
          </a:p>
        </p:txBody>
      </p:sp>
      <p:sp>
        <p:nvSpPr>
          <p:cNvPr id="8" name="Shape 6"/>
          <p:cNvSpPr/>
          <p:nvPr/>
        </p:nvSpPr>
        <p:spPr>
          <a:xfrm>
            <a:off x="7398067" y="2125980"/>
            <a:ext cx="121920" cy="2456617"/>
          </a:xfrm>
          <a:prstGeom prst="roundRect">
            <a:avLst>
              <a:gd name="adj" fmla="val 167442"/>
            </a:avLst>
          </a:prstGeom>
          <a:solidFill>
            <a:srgbClr val="FC8337"/>
          </a:solidFill>
          <a:ln/>
        </p:spPr>
        <p:txBody>
          <a:bodyPr/>
          <a:lstStyle/>
          <a:p>
            <a:endParaRPr lang="en-US"/>
          </a:p>
        </p:txBody>
      </p:sp>
      <p:sp>
        <p:nvSpPr>
          <p:cNvPr id="9" name="Text 7"/>
          <p:cNvSpPr/>
          <p:nvPr/>
        </p:nvSpPr>
        <p:spPr>
          <a:xfrm>
            <a:off x="7777282" y="238327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Saira Medium" pitchFamily="34" charset="0"/>
                <a:ea typeface="Saira Medium" pitchFamily="34" charset="-122"/>
                <a:cs typeface="Saira Medium" pitchFamily="34" charset="-120"/>
              </a:rPr>
              <a:t>Sentiment Analysis</a:t>
            </a:r>
            <a:endParaRPr lang="en-US" sz="2200" dirty="0"/>
          </a:p>
        </p:txBody>
      </p:sp>
      <p:sp>
        <p:nvSpPr>
          <p:cNvPr id="10" name="Text 8"/>
          <p:cNvSpPr/>
          <p:nvPr/>
        </p:nvSpPr>
        <p:spPr>
          <a:xfrm>
            <a:off x="7777282" y="2873693"/>
            <a:ext cx="5802035" cy="1451610"/>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Detects the emotional tone and subjective opinions expressed in text. Fake news often employs overly negative or positive language to manipulate reader emotions.</a:t>
            </a:r>
            <a:endParaRPr lang="en-US" sz="1750" dirty="0"/>
          </a:p>
        </p:txBody>
      </p:sp>
      <p:sp>
        <p:nvSpPr>
          <p:cNvPr id="11" name="Shape 9"/>
          <p:cNvSpPr/>
          <p:nvPr/>
        </p:nvSpPr>
        <p:spPr>
          <a:xfrm>
            <a:off x="793790" y="4809411"/>
            <a:ext cx="6407944" cy="2456617"/>
          </a:xfrm>
          <a:prstGeom prst="roundRect">
            <a:avLst>
              <a:gd name="adj" fmla="val 5956"/>
            </a:avLst>
          </a:prstGeom>
          <a:solidFill>
            <a:srgbClr val="030303">
              <a:alpha val="75000"/>
            </a:srgbClr>
          </a:solidFill>
          <a:ln w="30480">
            <a:solidFill>
              <a:srgbClr val="FC8337"/>
            </a:solidFill>
            <a:prstDash val="solid"/>
          </a:ln>
        </p:spPr>
        <p:txBody>
          <a:bodyPr/>
          <a:lstStyle/>
          <a:p>
            <a:endParaRPr lang="en-US"/>
          </a:p>
        </p:txBody>
      </p:sp>
      <p:sp>
        <p:nvSpPr>
          <p:cNvPr id="12" name="Shape 10"/>
          <p:cNvSpPr/>
          <p:nvPr/>
        </p:nvSpPr>
        <p:spPr>
          <a:xfrm>
            <a:off x="763310" y="4809411"/>
            <a:ext cx="121920" cy="2456617"/>
          </a:xfrm>
          <a:prstGeom prst="roundRect">
            <a:avLst>
              <a:gd name="adj" fmla="val 167442"/>
            </a:avLst>
          </a:prstGeom>
          <a:solidFill>
            <a:srgbClr val="FC8337"/>
          </a:solidFill>
          <a:ln/>
        </p:spPr>
        <p:txBody>
          <a:bodyPr/>
          <a:lstStyle/>
          <a:p>
            <a:endParaRPr lang="en-US"/>
          </a:p>
        </p:txBody>
      </p:sp>
      <p:sp>
        <p:nvSpPr>
          <p:cNvPr id="13" name="Text 11"/>
          <p:cNvSpPr/>
          <p:nvPr/>
        </p:nvSpPr>
        <p:spPr>
          <a:xfrm>
            <a:off x="1142524" y="5066705"/>
            <a:ext cx="4260771"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Saira Medium" pitchFamily="34" charset="0"/>
                <a:ea typeface="Saira Medium" pitchFamily="34" charset="-122"/>
                <a:cs typeface="Saira Medium" pitchFamily="34" charset="-120"/>
              </a:rPr>
              <a:t>Named Entity Recognition (NER)</a:t>
            </a:r>
            <a:endParaRPr lang="en-US" sz="2200" dirty="0"/>
          </a:p>
        </p:txBody>
      </p:sp>
      <p:sp>
        <p:nvSpPr>
          <p:cNvPr id="14" name="Text 12"/>
          <p:cNvSpPr/>
          <p:nvPr/>
        </p:nvSpPr>
        <p:spPr>
          <a:xfrm>
            <a:off x="1142524" y="5557123"/>
            <a:ext cx="5801916" cy="1451610"/>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Identifies and classifies key entities like people, organizations, and locations. NER helps verify if mentioned entities are real and if their roles are consistent with factual information.</a:t>
            </a:r>
            <a:endParaRPr lang="en-US" sz="1750" dirty="0"/>
          </a:p>
        </p:txBody>
      </p:sp>
      <p:sp>
        <p:nvSpPr>
          <p:cNvPr id="15" name="Shape 13"/>
          <p:cNvSpPr/>
          <p:nvPr/>
        </p:nvSpPr>
        <p:spPr>
          <a:xfrm>
            <a:off x="7351039" y="4732259"/>
            <a:ext cx="6516051" cy="2533769"/>
          </a:xfrm>
          <a:prstGeom prst="roundRect">
            <a:avLst>
              <a:gd name="adj" fmla="val 5956"/>
            </a:avLst>
          </a:prstGeom>
          <a:solidFill>
            <a:srgbClr val="030303">
              <a:alpha val="75000"/>
            </a:srgbClr>
          </a:solidFill>
          <a:ln w="30480">
            <a:solidFill>
              <a:srgbClr val="FC8337"/>
            </a:solidFill>
            <a:prstDash val="solid"/>
          </a:ln>
        </p:spPr>
        <p:txBody>
          <a:bodyPr/>
          <a:lstStyle/>
          <a:p>
            <a:endParaRPr lang="en-US"/>
          </a:p>
        </p:txBody>
      </p:sp>
      <p:sp>
        <p:nvSpPr>
          <p:cNvPr id="16" name="Shape 14"/>
          <p:cNvSpPr/>
          <p:nvPr/>
        </p:nvSpPr>
        <p:spPr>
          <a:xfrm>
            <a:off x="7398067" y="4809411"/>
            <a:ext cx="121920" cy="2456617"/>
          </a:xfrm>
          <a:prstGeom prst="roundRect">
            <a:avLst>
              <a:gd name="adj" fmla="val 167442"/>
            </a:avLst>
          </a:prstGeom>
          <a:solidFill>
            <a:srgbClr val="FC8337"/>
          </a:solidFill>
          <a:ln/>
        </p:spPr>
        <p:txBody>
          <a:bodyPr/>
          <a:lstStyle/>
          <a:p>
            <a:endParaRPr lang="en-US"/>
          </a:p>
        </p:txBody>
      </p:sp>
      <p:sp>
        <p:nvSpPr>
          <p:cNvPr id="17" name="Text 15"/>
          <p:cNvSpPr/>
          <p:nvPr/>
        </p:nvSpPr>
        <p:spPr>
          <a:xfrm>
            <a:off x="7777282" y="5066705"/>
            <a:ext cx="4733687"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Saira Medium" pitchFamily="34" charset="0"/>
                <a:ea typeface="Saira Medium" pitchFamily="34" charset="-122"/>
                <a:cs typeface="Saira Medium" pitchFamily="34" charset="-120"/>
              </a:rPr>
              <a:t>Semantic Analysis &amp; Topic Modeling</a:t>
            </a:r>
            <a:endParaRPr lang="en-US" sz="2200" dirty="0"/>
          </a:p>
        </p:txBody>
      </p:sp>
      <p:sp>
        <p:nvSpPr>
          <p:cNvPr id="18" name="Text 16"/>
          <p:cNvSpPr/>
          <p:nvPr/>
        </p:nvSpPr>
        <p:spPr>
          <a:xfrm>
            <a:off x="7777282" y="5557123"/>
            <a:ext cx="5802035" cy="1088708"/>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Uncovers the underlying meaning and main themes of a text. This helps identify unusual or agenda-driven topics that might be used to spread misinformation.</a:t>
            </a:r>
            <a:endParaRPr lang="en-US" sz="1750" dirty="0"/>
          </a:p>
        </p:txBody>
      </p:sp>
      <mc:AlternateContent xmlns:mc="http://schemas.openxmlformats.org/markup-compatibility/2006">
        <mc:Choice xmlns:p14="http://schemas.microsoft.com/office/powerpoint/2010/main" Requires="p14">
          <p:contentPart p14:bwMode="auto" r:id="rId3">
            <p14:nvContentPartPr>
              <p14:cNvPr id="19" name="Ink 18">
                <a:extLst>
                  <a:ext uri="{FF2B5EF4-FFF2-40B4-BE49-F238E27FC236}">
                    <a16:creationId xmlns:a16="http://schemas.microsoft.com/office/drawing/2014/main" id="{6932E0E8-1D9A-022A-909C-9016A1681138}"/>
                  </a:ext>
                </a:extLst>
              </p14:cNvPr>
              <p14:cNvContentPartPr/>
              <p14:nvPr/>
            </p14:nvContentPartPr>
            <p14:xfrm>
              <a:off x="13076040" y="7955040"/>
              <a:ext cx="360" cy="360"/>
            </p14:xfrm>
          </p:contentPart>
        </mc:Choice>
        <mc:Fallback>
          <p:pic>
            <p:nvPicPr>
              <p:cNvPr id="19" name="Ink 18">
                <a:extLst>
                  <a:ext uri="{FF2B5EF4-FFF2-40B4-BE49-F238E27FC236}">
                    <a16:creationId xmlns:a16="http://schemas.microsoft.com/office/drawing/2014/main" id="{6932E0E8-1D9A-022A-909C-9016A1681138}"/>
                  </a:ext>
                </a:extLst>
              </p:cNvPr>
              <p:cNvPicPr/>
              <p:nvPr/>
            </p:nvPicPr>
            <p:blipFill>
              <a:blip r:embed="rId4"/>
              <a:stretch>
                <a:fillRect/>
              </a:stretch>
            </p:blipFill>
            <p:spPr>
              <a:xfrm>
                <a:off x="13022040" y="784740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20" name="Ink 19">
                <a:extLst>
                  <a:ext uri="{FF2B5EF4-FFF2-40B4-BE49-F238E27FC236}">
                    <a16:creationId xmlns:a16="http://schemas.microsoft.com/office/drawing/2014/main" id="{17EC58E9-F191-7817-73B4-6839D8CA794B}"/>
                  </a:ext>
                </a:extLst>
              </p14:cNvPr>
              <p14:cNvContentPartPr/>
              <p14:nvPr/>
            </p14:nvContentPartPr>
            <p14:xfrm>
              <a:off x="13076040" y="7955040"/>
              <a:ext cx="62280" cy="360"/>
            </p14:xfrm>
          </p:contentPart>
        </mc:Choice>
        <mc:Fallback>
          <p:pic>
            <p:nvPicPr>
              <p:cNvPr id="20" name="Ink 19">
                <a:extLst>
                  <a:ext uri="{FF2B5EF4-FFF2-40B4-BE49-F238E27FC236}">
                    <a16:creationId xmlns:a16="http://schemas.microsoft.com/office/drawing/2014/main" id="{17EC58E9-F191-7817-73B4-6839D8CA794B}"/>
                  </a:ext>
                </a:extLst>
              </p:cNvPr>
              <p:cNvPicPr/>
              <p:nvPr/>
            </p:nvPicPr>
            <p:blipFill>
              <a:blip r:embed="rId6"/>
              <a:stretch>
                <a:fillRect/>
              </a:stretch>
            </p:blipFill>
            <p:spPr>
              <a:xfrm>
                <a:off x="13022040" y="7847400"/>
                <a:ext cx="1699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21" name="Ink 20">
                <a:extLst>
                  <a:ext uri="{FF2B5EF4-FFF2-40B4-BE49-F238E27FC236}">
                    <a16:creationId xmlns:a16="http://schemas.microsoft.com/office/drawing/2014/main" id="{B394234D-E4C6-80E7-EB48-E7FE30953B49}"/>
                  </a:ext>
                </a:extLst>
              </p14:cNvPr>
              <p14:cNvContentPartPr/>
              <p14:nvPr/>
            </p14:nvContentPartPr>
            <p14:xfrm>
              <a:off x="13289160" y="7955040"/>
              <a:ext cx="56520" cy="360"/>
            </p14:xfrm>
          </p:contentPart>
        </mc:Choice>
        <mc:Fallback>
          <p:pic>
            <p:nvPicPr>
              <p:cNvPr id="21" name="Ink 20">
                <a:extLst>
                  <a:ext uri="{FF2B5EF4-FFF2-40B4-BE49-F238E27FC236}">
                    <a16:creationId xmlns:a16="http://schemas.microsoft.com/office/drawing/2014/main" id="{B394234D-E4C6-80E7-EB48-E7FE30953B49}"/>
                  </a:ext>
                </a:extLst>
              </p:cNvPr>
              <p:cNvPicPr/>
              <p:nvPr/>
            </p:nvPicPr>
            <p:blipFill>
              <a:blip r:embed="rId8"/>
              <a:stretch>
                <a:fillRect/>
              </a:stretch>
            </p:blipFill>
            <p:spPr>
              <a:xfrm>
                <a:off x="13235160" y="7847400"/>
                <a:ext cx="1641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22" name="Ink 21">
                <a:extLst>
                  <a:ext uri="{FF2B5EF4-FFF2-40B4-BE49-F238E27FC236}">
                    <a16:creationId xmlns:a16="http://schemas.microsoft.com/office/drawing/2014/main" id="{90DA142D-A591-B672-A627-CADE0768EABC}"/>
                  </a:ext>
                </a:extLst>
              </p14:cNvPr>
              <p14:cNvContentPartPr/>
              <p14:nvPr/>
            </p14:nvContentPartPr>
            <p14:xfrm>
              <a:off x="13471680" y="7955040"/>
              <a:ext cx="46080" cy="360"/>
            </p14:xfrm>
          </p:contentPart>
        </mc:Choice>
        <mc:Fallback>
          <p:pic>
            <p:nvPicPr>
              <p:cNvPr id="22" name="Ink 21">
                <a:extLst>
                  <a:ext uri="{FF2B5EF4-FFF2-40B4-BE49-F238E27FC236}">
                    <a16:creationId xmlns:a16="http://schemas.microsoft.com/office/drawing/2014/main" id="{90DA142D-A591-B672-A627-CADE0768EABC}"/>
                  </a:ext>
                </a:extLst>
              </p:cNvPr>
              <p:cNvPicPr/>
              <p:nvPr/>
            </p:nvPicPr>
            <p:blipFill>
              <a:blip r:embed="rId10"/>
              <a:stretch>
                <a:fillRect/>
              </a:stretch>
            </p:blipFill>
            <p:spPr>
              <a:xfrm>
                <a:off x="13418040" y="7847400"/>
                <a:ext cx="1537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23" name="Ink 22">
                <a:extLst>
                  <a:ext uri="{FF2B5EF4-FFF2-40B4-BE49-F238E27FC236}">
                    <a16:creationId xmlns:a16="http://schemas.microsoft.com/office/drawing/2014/main" id="{800253B8-6AA9-1453-2E16-0DB45E91A9E8}"/>
                  </a:ext>
                </a:extLst>
              </p14:cNvPr>
              <p14:cNvContentPartPr/>
              <p14:nvPr/>
            </p14:nvContentPartPr>
            <p14:xfrm>
              <a:off x="13670040" y="7955040"/>
              <a:ext cx="56880" cy="360"/>
            </p14:xfrm>
          </p:contentPart>
        </mc:Choice>
        <mc:Fallback>
          <p:pic>
            <p:nvPicPr>
              <p:cNvPr id="23" name="Ink 22">
                <a:extLst>
                  <a:ext uri="{FF2B5EF4-FFF2-40B4-BE49-F238E27FC236}">
                    <a16:creationId xmlns:a16="http://schemas.microsoft.com/office/drawing/2014/main" id="{800253B8-6AA9-1453-2E16-0DB45E91A9E8}"/>
                  </a:ext>
                </a:extLst>
              </p:cNvPr>
              <p:cNvPicPr/>
              <p:nvPr/>
            </p:nvPicPr>
            <p:blipFill>
              <a:blip r:embed="rId8"/>
              <a:stretch>
                <a:fillRect/>
              </a:stretch>
            </p:blipFill>
            <p:spPr>
              <a:xfrm>
                <a:off x="13616040" y="7847400"/>
                <a:ext cx="1645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24" name="Ink 23">
                <a:extLst>
                  <a:ext uri="{FF2B5EF4-FFF2-40B4-BE49-F238E27FC236}">
                    <a16:creationId xmlns:a16="http://schemas.microsoft.com/office/drawing/2014/main" id="{BD6DCF42-988E-BF73-0931-A98DE921D15E}"/>
                  </a:ext>
                </a:extLst>
              </p14:cNvPr>
              <p14:cNvContentPartPr/>
              <p14:nvPr/>
            </p14:nvContentPartPr>
            <p14:xfrm>
              <a:off x="13929240" y="7955040"/>
              <a:ext cx="84240" cy="360"/>
            </p14:xfrm>
          </p:contentPart>
        </mc:Choice>
        <mc:Fallback>
          <p:pic>
            <p:nvPicPr>
              <p:cNvPr id="24" name="Ink 23">
                <a:extLst>
                  <a:ext uri="{FF2B5EF4-FFF2-40B4-BE49-F238E27FC236}">
                    <a16:creationId xmlns:a16="http://schemas.microsoft.com/office/drawing/2014/main" id="{BD6DCF42-988E-BF73-0931-A98DE921D15E}"/>
                  </a:ext>
                </a:extLst>
              </p:cNvPr>
              <p:cNvPicPr/>
              <p:nvPr/>
            </p:nvPicPr>
            <p:blipFill>
              <a:blip r:embed="rId13"/>
              <a:stretch>
                <a:fillRect/>
              </a:stretch>
            </p:blipFill>
            <p:spPr>
              <a:xfrm>
                <a:off x="13875240" y="7847400"/>
                <a:ext cx="19188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25" name="Ink 24">
                <a:extLst>
                  <a:ext uri="{FF2B5EF4-FFF2-40B4-BE49-F238E27FC236}">
                    <a16:creationId xmlns:a16="http://schemas.microsoft.com/office/drawing/2014/main" id="{FC48FFBD-94D9-29D2-84C0-90113702D43A}"/>
                  </a:ext>
                </a:extLst>
              </p14:cNvPr>
              <p14:cNvContentPartPr/>
              <p14:nvPr/>
            </p14:nvContentPartPr>
            <p14:xfrm>
              <a:off x="14081880" y="7970160"/>
              <a:ext cx="41400" cy="360"/>
            </p14:xfrm>
          </p:contentPart>
        </mc:Choice>
        <mc:Fallback>
          <p:pic>
            <p:nvPicPr>
              <p:cNvPr id="25" name="Ink 24">
                <a:extLst>
                  <a:ext uri="{FF2B5EF4-FFF2-40B4-BE49-F238E27FC236}">
                    <a16:creationId xmlns:a16="http://schemas.microsoft.com/office/drawing/2014/main" id="{FC48FFBD-94D9-29D2-84C0-90113702D43A}"/>
                  </a:ext>
                </a:extLst>
              </p:cNvPr>
              <p:cNvPicPr/>
              <p:nvPr/>
            </p:nvPicPr>
            <p:blipFill>
              <a:blip r:embed="rId15"/>
              <a:stretch>
                <a:fillRect/>
              </a:stretch>
            </p:blipFill>
            <p:spPr>
              <a:xfrm>
                <a:off x="14027880" y="7862160"/>
                <a:ext cx="14904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26" name="Ink 25">
                <a:extLst>
                  <a:ext uri="{FF2B5EF4-FFF2-40B4-BE49-F238E27FC236}">
                    <a16:creationId xmlns:a16="http://schemas.microsoft.com/office/drawing/2014/main" id="{8C74BCDC-63C3-239A-F0BB-80D66C37A63D}"/>
                  </a:ext>
                </a:extLst>
              </p14:cNvPr>
              <p14:cNvContentPartPr/>
              <p14:nvPr/>
            </p14:nvContentPartPr>
            <p14:xfrm>
              <a:off x="14218680" y="7985640"/>
              <a:ext cx="27720" cy="14040"/>
            </p14:xfrm>
          </p:contentPart>
        </mc:Choice>
        <mc:Fallback>
          <p:pic>
            <p:nvPicPr>
              <p:cNvPr id="26" name="Ink 25">
                <a:extLst>
                  <a:ext uri="{FF2B5EF4-FFF2-40B4-BE49-F238E27FC236}">
                    <a16:creationId xmlns:a16="http://schemas.microsoft.com/office/drawing/2014/main" id="{8C74BCDC-63C3-239A-F0BB-80D66C37A63D}"/>
                  </a:ext>
                </a:extLst>
              </p:cNvPr>
              <p:cNvPicPr/>
              <p:nvPr/>
            </p:nvPicPr>
            <p:blipFill>
              <a:blip r:embed="rId17"/>
              <a:stretch>
                <a:fillRect/>
              </a:stretch>
            </p:blipFill>
            <p:spPr>
              <a:xfrm>
                <a:off x="14165040" y="7878000"/>
                <a:ext cx="135360" cy="22968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27" name="Ink 26">
                <a:extLst>
                  <a:ext uri="{FF2B5EF4-FFF2-40B4-BE49-F238E27FC236}">
                    <a16:creationId xmlns:a16="http://schemas.microsoft.com/office/drawing/2014/main" id="{D544700F-C0FB-F0FB-DF40-90B55D1EE26E}"/>
                  </a:ext>
                </a:extLst>
              </p14:cNvPr>
              <p14:cNvContentPartPr/>
              <p14:nvPr/>
            </p14:nvContentPartPr>
            <p14:xfrm>
              <a:off x="14279880" y="8000760"/>
              <a:ext cx="27720" cy="360"/>
            </p14:xfrm>
          </p:contentPart>
        </mc:Choice>
        <mc:Fallback>
          <p:pic>
            <p:nvPicPr>
              <p:cNvPr id="27" name="Ink 26">
                <a:extLst>
                  <a:ext uri="{FF2B5EF4-FFF2-40B4-BE49-F238E27FC236}">
                    <a16:creationId xmlns:a16="http://schemas.microsoft.com/office/drawing/2014/main" id="{D544700F-C0FB-F0FB-DF40-90B55D1EE26E}"/>
                  </a:ext>
                </a:extLst>
              </p:cNvPr>
              <p:cNvPicPr/>
              <p:nvPr/>
            </p:nvPicPr>
            <p:blipFill>
              <a:blip r:embed="rId19"/>
              <a:stretch>
                <a:fillRect/>
              </a:stretch>
            </p:blipFill>
            <p:spPr>
              <a:xfrm>
                <a:off x="14225880" y="7892760"/>
                <a:ext cx="1353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28" name="Ink 27">
                <a:extLst>
                  <a:ext uri="{FF2B5EF4-FFF2-40B4-BE49-F238E27FC236}">
                    <a16:creationId xmlns:a16="http://schemas.microsoft.com/office/drawing/2014/main" id="{E643AC75-D1D8-6841-8458-E52FCFFD7ADF}"/>
                  </a:ext>
                </a:extLst>
              </p14:cNvPr>
              <p14:cNvContentPartPr/>
              <p14:nvPr/>
            </p14:nvContentPartPr>
            <p14:xfrm>
              <a:off x="14401560" y="8000760"/>
              <a:ext cx="61560" cy="360"/>
            </p14:xfrm>
          </p:contentPart>
        </mc:Choice>
        <mc:Fallback>
          <p:pic>
            <p:nvPicPr>
              <p:cNvPr id="28" name="Ink 27">
                <a:extLst>
                  <a:ext uri="{FF2B5EF4-FFF2-40B4-BE49-F238E27FC236}">
                    <a16:creationId xmlns:a16="http://schemas.microsoft.com/office/drawing/2014/main" id="{E643AC75-D1D8-6841-8458-E52FCFFD7ADF}"/>
                  </a:ext>
                </a:extLst>
              </p:cNvPr>
              <p:cNvPicPr/>
              <p:nvPr/>
            </p:nvPicPr>
            <p:blipFill>
              <a:blip r:embed="rId21"/>
              <a:stretch>
                <a:fillRect/>
              </a:stretch>
            </p:blipFill>
            <p:spPr>
              <a:xfrm>
                <a:off x="14347560" y="7892760"/>
                <a:ext cx="1692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29" name="Ink 28">
                <a:extLst>
                  <a:ext uri="{FF2B5EF4-FFF2-40B4-BE49-F238E27FC236}">
                    <a16:creationId xmlns:a16="http://schemas.microsoft.com/office/drawing/2014/main" id="{26373DBA-C4D5-E70B-CAB7-6F8A377E7EF1}"/>
                  </a:ext>
                </a:extLst>
              </p14:cNvPr>
              <p14:cNvContentPartPr/>
              <p14:nvPr/>
            </p14:nvContentPartPr>
            <p14:xfrm>
              <a:off x="14451960" y="8000760"/>
              <a:ext cx="41400" cy="360"/>
            </p14:xfrm>
          </p:contentPart>
        </mc:Choice>
        <mc:Fallback>
          <p:pic>
            <p:nvPicPr>
              <p:cNvPr id="29" name="Ink 28">
                <a:extLst>
                  <a:ext uri="{FF2B5EF4-FFF2-40B4-BE49-F238E27FC236}">
                    <a16:creationId xmlns:a16="http://schemas.microsoft.com/office/drawing/2014/main" id="{26373DBA-C4D5-E70B-CAB7-6F8A377E7EF1}"/>
                  </a:ext>
                </a:extLst>
              </p:cNvPr>
              <p:cNvPicPr/>
              <p:nvPr/>
            </p:nvPicPr>
            <p:blipFill>
              <a:blip r:embed="rId15"/>
              <a:stretch>
                <a:fillRect/>
              </a:stretch>
            </p:blipFill>
            <p:spPr>
              <a:xfrm>
                <a:off x="14397960" y="7892760"/>
                <a:ext cx="14904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30" name="Ink 29">
                <a:extLst>
                  <a:ext uri="{FF2B5EF4-FFF2-40B4-BE49-F238E27FC236}">
                    <a16:creationId xmlns:a16="http://schemas.microsoft.com/office/drawing/2014/main" id="{53B98765-C53C-08EE-5806-6FB2832C9A62}"/>
                  </a:ext>
                </a:extLst>
              </p14:cNvPr>
              <p14:cNvContentPartPr/>
              <p14:nvPr/>
            </p14:nvContentPartPr>
            <p14:xfrm>
              <a:off x="14206440" y="8000760"/>
              <a:ext cx="27720" cy="360"/>
            </p14:xfrm>
          </p:contentPart>
        </mc:Choice>
        <mc:Fallback>
          <p:pic>
            <p:nvPicPr>
              <p:cNvPr id="30" name="Ink 29">
                <a:extLst>
                  <a:ext uri="{FF2B5EF4-FFF2-40B4-BE49-F238E27FC236}">
                    <a16:creationId xmlns:a16="http://schemas.microsoft.com/office/drawing/2014/main" id="{53B98765-C53C-08EE-5806-6FB2832C9A62}"/>
                  </a:ext>
                </a:extLst>
              </p:cNvPr>
              <p:cNvPicPr/>
              <p:nvPr/>
            </p:nvPicPr>
            <p:blipFill>
              <a:blip r:embed="rId19"/>
              <a:stretch>
                <a:fillRect/>
              </a:stretch>
            </p:blipFill>
            <p:spPr>
              <a:xfrm>
                <a:off x="14152800" y="7892760"/>
                <a:ext cx="1353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31" name="Ink 30">
                <a:extLst>
                  <a:ext uri="{FF2B5EF4-FFF2-40B4-BE49-F238E27FC236}">
                    <a16:creationId xmlns:a16="http://schemas.microsoft.com/office/drawing/2014/main" id="{82628CB9-22C3-68F4-399C-1C82009A3680}"/>
                  </a:ext>
                </a:extLst>
              </p14:cNvPr>
              <p14:cNvContentPartPr/>
              <p14:nvPr/>
            </p14:nvContentPartPr>
            <p14:xfrm>
              <a:off x="13959480" y="7985640"/>
              <a:ext cx="360" cy="360"/>
            </p14:xfrm>
          </p:contentPart>
        </mc:Choice>
        <mc:Fallback>
          <p:pic>
            <p:nvPicPr>
              <p:cNvPr id="31" name="Ink 30">
                <a:extLst>
                  <a:ext uri="{FF2B5EF4-FFF2-40B4-BE49-F238E27FC236}">
                    <a16:creationId xmlns:a16="http://schemas.microsoft.com/office/drawing/2014/main" id="{82628CB9-22C3-68F4-399C-1C82009A3680}"/>
                  </a:ext>
                </a:extLst>
              </p:cNvPr>
              <p:cNvPicPr/>
              <p:nvPr/>
            </p:nvPicPr>
            <p:blipFill>
              <a:blip r:embed="rId4"/>
              <a:stretch>
                <a:fillRect/>
              </a:stretch>
            </p:blipFill>
            <p:spPr>
              <a:xfrm>
                <a:off x="13905840" y="787800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32" name="Ink 31">
                <a:extLst>
                  <a:ext uri="{FF2B5EF4-FFF2-40B4-BE49-F238E27FC236}">
                    <a16:creationId xmlns:a16="http://schemas.microsoft.com/office/drawing/2014/main" id="{09E26FFA-3138-708A-2356-8B5184B7FECE}"/>
                  </a:ext>
                </a:extLst>
              </p14:cNvPr>
              <p14:cNvContentPartPr/>
              <p14:nvPr/>
            </p14:nvContentPartPr>
            <p14:xfrm>
              <a:off x="13827000" y="7985640"/>
              <a:ext cx="41400" cy="360"/>
            </p14:xfrm>
          </p:contentPart>
        </mc:Choice>
        <mc:Fallback>
          <p:pic>
            <p:nvPicPr>
              <p:cNvPr id="32" name="Ink 31">
                <a:extLst>
                  <a:ext uri="{FF2B5EF4-FFF2-40B4-BE49-F238E27FC236}">
                    <a16:creationId xmlns:a16="http://schemas.microsoft.com/office/drawing/2014/main" id="{09E26FFA-3138-708A-2356-8B5184B7FECE}"/>
                  </a:ext>
                </a:extLst>
              </p:cNvPr>
              <p:cNvPicPr/>
              <p:nvPr/>
            </p:nvPicPr>
            <p:blipFill>
              <a:blip r:embed="rId15"/>
              <a:stretch>
                <a:fillRect/>
              </a:stretch>
            </p:blipFill>
            <p:spPr>
              <a:xfrm>
                <a:off x="13773360" y="7878000"/>
                <a:ext cx="14904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33" name="Ink 32">
                <a:extLst>
                  <a:ext uri="{FF2B5EF4-FFF2-40B4-BE49-F238E27FC236}">
                    <a16:creationId xmlns:a16="http://schemas.microsoft.com/office/drawing/2014/main" id="{46BC4D1F-A838-15AF-D282-01BD545A2105}"/>
                  </a:ext>
                </a:extLst>
              </p14:cNvPr>
              <p14:cNvContentPartPr/>
              <p14:nvPr/>
            </p14:nvContentPartPr>
            <p14:xfrm>
              <a:off x="13622880" y="7985640"/>
              <a:ext cx="62640" cy="360"/>
            </p14:xfrm>
          </p:contentPart>
        </mc:Choice>
        <mc:Fallback>
          <p:pic>
            <p:nvPicPr>
              <p:cNvPr id="33" name="Ink 32">
                <a:extLst>
                  <a:ext uri="{FF2B5EF4-FFF2-40B4-BE49-F238E27FC236}">
                    <a16:creationId xmlns:a16="http://schemas.microsoft.com/office/drawing/2014/main" id="{46BC4D1F-A838-15AF-D282-01BD545A2105}"/>
                  </a:ext>
                </a:extLst>
              </p:cNvPr>
              <p:cNvPicPr/>
              <p:nvPr/>
            </p:nvPicPr>
            <p:blipFill>
              <a:blip r:embed="rId6"/>
              <a:stretch>
                <a:fillRect/>
              </a:stretch>
            </p:blipFill>
            <p:spPr>
              <a:xfrm>
                <a:off x="13569240" y="7878000"/>
                <a:ext cx="17028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34" name="Ink 33">
                <a:extLst>
                  <a:ext uri="{FF2B5EF4-FFF2-40B4-BE49-F238E27FC236}">
                    <a16:creationId xmlns:a16="http://schemas.microsoft.com/office/drawing/2014/main" id="{0E459087-3C53-B3BD-3D90-7A82E185F997}"/>
                  </a:ext>
                </a:extLst>
              </p14:cNvPr>
              <p14:cNvContentPartPr/>
              <p14:nvPr/>
            </p14:nvContentPartPr>
            <p14:xfrm>
              <a:off x="13490400" y="7985640"/>
              <a:ext cx="28080" cy="360"/>
            </p14:xfrm>
          </p:contentPart>
        </mc:Choice>
        <mc:Fallback>
          <p:pic>
            <p:nvPicPr>
              <p:cNvPr id="34" name="Ink 33">
                <a:extLst>
                  <a:ext uri="{FF2B5EF4-FFF2-40B4-BE49-F238E27FC236}">
                    <a16:creationId xmlns:a16="http://schemas.microsoft.com/office/drawing/2014/main" id="{0E459087-3C53-B3BD-3D90-7A82E185F997}"/>
                  </a:ext>
                </a:extLst>
              </p:cNvPr>
              <p:cNvPicPr/>
              <p:nvPr/>
            </p:nvPicPr>
            <p:blipFill>
              <a:blip r:embed="rId19"/>
              <a:stretch>
                <a:fillRect/>
              </a:stretch>
            </p:blipFill>
            <p:spPr>
              <a:xfrm>
                <a:off x="13436400" y="7878000"/>
                <a:ext cx="1357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35" name="Ink 34">
                <a:extLst>
                  <a:ext uri="{FF2B5EF4-FFF2-40B4-BE49-F238E27FC236}">
                    <a16:creationId xmlns:a16="http://schemas.microsoft.com/office/drawing/2014/main" id="{B98FE3A2-A6DA-EC83-56C8-D0997DDFB0EE}"/>
                  </a:ext>
                </a:extLst>
              </p14:cNvPr>
              <p14:cNvContentPartPr/>
              <p14:nvPr/>
            </p14:nvContentPartPr>
            <p14:xfrm>
              <a:off x="13269360" y="7985640"/>
              <a:ext cx="65520" cy="360"/>
            </p14:xfrm>
          </p:contentPart>
        </mc:Choice>
        <mc:Fallback>
          <p:pic>
            <p:nvPicPr>
              <p:cNvPr id="35" name="Ink 34">
                <a:extLst>
                  <a:ext uri="{FF2B5EF4-FFF2-40B4-BE49-F238E27FC236}">
                    <a16:creationId xmlns:a16="http://schemas.microsoft.com/office/drawing/2014/main" id="{B98FE3A2-A6DA-EC83-56C8-D0997DDFB0EE}"/>
                  </a:ext>
                </a:extLst>
              </p:cNvPr>
              <p:cNvPicPr/>
              <p:nvPr/>
            </p:nvPicPr>
            <p:blipFill>
              <a:blip r:embed="rId6"/>
              <a:stretch>
                <a:fillRect/>
              </a:stretch>
            </p:blipFill>
            <p:spPr>
              <a:xfrm>
                <a:off x="13215720" y="7878000"/>
                <a:ext cx="1731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36" name="Ink 35">
                <a:extLst>
                  <a:ext uri="{FF2B5EF4-FFF2-40B4-BE49-F238E27FC236}">
                    <a16:creationId xmlns:a16="http://schemas.microsoft.com/office/drawing/2014/main" id="{1D590055-307F-30C5-3F5F-7B43EB54CB05}"/>
                  </a:ext>
                </a:extLst>
              </p14:cNvPr>
              <p14:cNvContentPartPr/>
              <p14:nvPr/>
            </p14:nvContentPartPr>
            <p14:xfrm>
              <a:off x="13065240" y="7985640"/>
              <a:ext cx="41040" cy="360"/>
            </p14:xfrm>
          </p:contentPart>
        </mc:Choice>
        <mc:Fallback>
          <p:pic>
            <p:nvPicPr>
              <p:cNvPr id="36" name="Ink 35">
                <a:extLst>
                  <a:ext uri="{FF2B5EF4-FFF2-40B4-BE49-F238E27FC236}">
                    <a16:creationId xmlns:a16="http://schemas.microsoft.com/office/drawing/2014/main" id="{1D590055-307F-30C5-3F5F-7B43EB54CB05}"/>
                  </a:ext>
                </a:extLst>
              </p:cNvPr>
              <p:cNvPicPr/>
              <p:nvPr/>
            </p:nvPicPr>
            <p:blipFill>
              <a:blip r:embed="rId15"/>
              <a:stretch>
                <a:fillRect/>
              </a:stretch>
            </p:blipFill>
            <p:spPr>
              <a:xfrm>
                <a:off x="13011240" y="7878000"/>
                <a:ext cx="14868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37" name="Ink 36">
                <a:extLst>
                  <a:ext uri="{FF2B5EF4-FFF2-40B4-BE49-F238E27FC236}">
                    <a16:creationId xmlns:a16="http://schemas.microsoft.com/office/drawing/2014/main" id="{BC77DBF8-28FC-ADF8-4D5E-8CF39E5F761C}"/>
                  </a:ext>
                </a:extLst>
              </p14:cNvPr>
              <p14:cNvContentPartPr/>
              <p14:nvPr/>
            </p14:nvContentPartPr>
            <p14:xfrm>
              <a:off x="12984600" y="7985640"/>
              <a:ext cx="360" cy="360"/>
            </p14:xfrm>
          </p:contentPart>
        </mc:Choice>
        <mc:Fallback>
          <p:pic>
            <p:nvPicPr>
              <p:cNvPr id="37" name="Ink 36">
                <a:extLst>
                  <a:ext uri="{FF2B5EF4-FFF2-40B4-BE49-F238E27FC236}">
                    <a16:creationId xmlns:a16="http://schemas.microsoft.com/office/drawing/2014/main" id="{BC77DBF8-28FC-ADF8-4D5E-8CF39E5F761C}"/>
                  </a:ext>
                </a:extLst>
              </p:cNvPr>
              <p:cNvPicPr/>
              <p:nvPr/>
            </p:nvPicPr>
            <p:blipFill>
              <a:blip r:embed="rId4"/>
              <a:stretch>
                <a:fillRect/>
              </a:stretch>
            </p:blipFill>
            <p:spPr>
              <a:xfrm>
                <a:off x="12930600" y="787800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38" name="Ink 37">
                <a:extLst>
                  <a:ext uri="{FF2B5EF4-FFF2-40B4-BE49-F238E27FC236}">
                    <a16:creationId xmlns:a16="http://schemas.microsoft.com/office/drawing/2014/main" id="{F4B02BAB-875C-85E8-B86A-C14ED1F94FD6}"/>
                  </a:ext>
                </a:extLst>
              </p14:cNvPr>
              <p14:cNvContentPartPr/>
              <p14:nvPr/>
            </p14:nvContentPartPr>
            <p14:xfrm>
              <a:off x="12984600" y="7985640"/>
              <a:ext cx="27720" cy="360"/>
            </p14:xfrm>
          </p:contentPart>
        </mc:Choice>
        <mc:Fallback>
          <p:pic>
            <p:nvPicPr>
              <p:cNvPr id="38" name="Ink 37">
                <a:extLst>
                  <a:ext uri="{FF2B5EF4-FFF2-40B4-BE49-F238E27FC236}">
                    <a16:creationId xmlns:a16="http://schemas.microsoft.com/office/drawing/2014/main" id="{F4B02BAB-875C-85E8-B86A-C14ED1F94FD6}"/>
                  </a:ext>
                </a:extLst>
              </p:cNvPr>
              <p:cNvPicPr/>
              <p:nvPr/>
            </p:nvPicPr>
            <p:blipFill>
              <a:blip r:embed="rId19"/>
              <a:stretch>
                <a:fillRect/>
              </a:stretch>
            </p:blipFill>
            <p:spPr>
              <a:xfrm>
                <a:off x="12930600" y="7878000"/>
                <a:ext cx="1353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39" name="Ink 38">
                <a:extLst>
                  <a:ext uri="{FF2B5EF4-FFF2-40B4-BE49-F238E27FC236}">
                    <a16:creationId xmlns:a16="http://schemas.microsoft.com/office/drawing/2014/main" id="{17608D53-73A1-0B58-BAE6-83F169637094}"/>
                  </a:ext>
                </a:extLst>
              </p14:cNvPr>
              <p14:cNvContentPartPr/>
              <p14:nvPr/>
            </p14:nvContentPartPr>
            <p14:xfrm>
              <a:off x="13197720" y="7985640"/>
              <a:ext cx="87120" cy="360"/>
            </p14:xfrm>
          </p:contentPart>
        </mc:Choice>
        <mc:Fallback>
          <p:pic>
            <p:nvPicPr>
              <p:cNvPr id="39" name="Ink 38">
                <a:extLst>
                  <a:ext uri="{FF2B5EF4-FFF2-40B4-BE49-F238E27FC236}">
                    <a16:creationId xmlns:a16="http://schemas.microsoft.com/office/drawing/2014/main" id="{17608D53-73A1-0B58-BAE6-83F169637094}"/>
                  </a:ext>
                </a:extLst>
              </p:cNvPr>
              <p:cNvPicPr/>
              <p:nvPr/>
            </p:nvPicPr>
            <p:blipFill>
              <a:blip r:embed="rId13"/>
              <a:stretch>
                <a:fillRect/>
              </a:stretch>
            </p:blipFill>
            <p:spPr>
              <a:xfrm>
                <a:off x="13143720" y="7878000"/>
                <a:ext cx="1947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40" name="Ink 39">
                <a:extLst>
                  <a:ext uri="{FF2B5EF4-FFF2-40B4-BE49-F238E27FC236}">
                    <a16:creationId xmlns:a16="http://schemas.microsoft.com/office/drawing/2014/main" id="{2D4E06D5-8C92-A997-02F2-B6D6B43FFB3B}"/>
                  </a:ext>
                </a:extLst>
              </p14:cNvPr>
              <p14:cNvContentPartPr/>
              <p14:nvPr/>
            </p14:nvContentPartPr>
            <p14:xfrm>
              <a:off x="13380600" y="7985640"/>
              <a:ext cx="62280" cy="360"/>
            </p14:xfrm>
          </p:contentPart>
        </mc:Choice>
        <mc:Fallback>
          <p:pic>
            <p:nvPicPr>
              <p:cNvPr id="40" name="Ink 39">
                <a:extLst>
                  <a:ext uri="{FF2B5EF4-FFF2-40B4-BE49-F238E27FC236}">
                    <a16:creationId xmlns:a16="http://schemas.microsoft.com/office/drawing/2014/main" id="{2D4E06D5-8C92-A997-02F2-B6D6B43FFB3B}"/>
                  </a:ext>
                </a:extLst>
              </p:cNvPr>
              <p:cNvPicPr/>
              <p:nvPr/>
            </p:nvPicPr>
            <p:blipFill>
              <a:blip r:embed="rId6"/>
              <a:stretch>
                <a:fillRect/>
              </a:stretch>
            </p:blipFill>
            <p:spPr>
              <a:xfrm>
                <a:off x="13326960" y="7878000"/>
                <a:ext cx="1699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41" name="Ink 40">
                <a:extLst>
                  <a:ext uri="{FF2B5EF4-FFF2-40B4-BE49-F238E27FC236}">
                    <a16:creationId xmlns:a16="http://schemas.microsoft.com/office/drawing/2014/main" id="{C7483888-BB4C-D8BD-F7A8-968C3E1C1CEF}"/>
                  </a:ext>
                </a:extLst>
              </p14:cNvPr>
              <p14:cNvContentPartPr/>
              <p14:nvPr/>
            </p14:nvContentPartPr>
            <p14:xfrm>
              <a:off x="13670040" y="7985640"/>
              <a:ext cx="78120" cy="360"/>
            </p14:xfrm>
          </p:contentPart>
        </mc:Choice>
        <mc:Fallback>
          <p:pic>
            <p:nvPicPr>
              <p:cNvPr id="41" name="Ink 40">
                <a:extLst>
                  <a:ext uri="{FF2B5EF4-FFF2-40B4-BE49-F238E27FC236}">
                    <a16:creationId xmlns:a16="http://schemas.microsoft.com/office/drawing/2014/main" id="{C7483888-BB4C-D8BD-F7A8-968C3E1C1CEF}"/>
                  </a:ext>
                </a:extLst>
              </p:cNvPr>
              <p:cNvPicPr/>
              <p:nvPr/>
            </p:nvPicPr>
            <p:blipFill>
              <a:blip r:embed="rId35"/>
              <a:stretch>
                <a:fillRect/>
              </a:stretch>
            </p:blipFill>
            <p:spPr>
              <a:xfrm>
                <a:off x="13616040" y="7878000"/>
                <a:ext cx="1857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42" name="Ink 41">
                <a:extLst>
                  <a:ext uri="{FF2B5EF4-FFF2-40B4-BE49-F238E27FC236}">
                    <a16:creationId xmlns:a16="http://schemas.microsoft.com/office/drawing/2014/main" id="{2D849DB9-1A15-7DC9-B388-64EFA556427C}"/>
                  </a:ext>
                </a:extLst>
              </p14:cNvPr>
              <p14:cNvContentPartPr/>
              <p14:nvPr/>
            </p14:nvContentPartPr>
            <p14:xfrm>
              <a:off x="13975320" y="7985640"/>
              <a:ext cx="106200" cy="14040"/>
            </p14:xfrm>
          </p:contentPart>
        </mc:Choice>
        <mc:Fallback>
          <p:pic>
            <p:nvPicPr>
              <p:cNvPr id="42" name="Ink 41">
                <a:extLst>
                  <a:ext uri="{FF2B5EF4-FFF2-40B4-BE49-F238E27FC236}">
                    <a16:creationId xmlns:a16="http://schemas.microsoft.com/office/drawing/2014/main" id="{2D849DB9-1A15-7DC9-B388-64EFA556427C}"/>
                  </a:ext>
                </a:extLst>
              </p:cNvPr>
              <p:cNvPicPr/>
              <p:nvPr/>
            </p:nvPicPr>
            <p:blipFill>
              <a:blip r:embed="rId37"/>
              <a:stretch>
                <a:fillRect/>
              </a:stretch>
            </p:blipFill>
            <p:spPr>
              <a:xfrm>
                <a:off x="13921320" y="7878000"/>
                <a:ext cx="213840" cy="22968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43" name="Ink 42">
                <a:extLst>
                  <a:ext uri="{FF2B5EF4-FFF2-40B4-BE49-F238E27FC236}">
                    <a16:creationId xmlns:a16="http://schemas.microsoft.com/office/drawing/2014/main" id="{D115E8B8-8946-D38F-6577-6F5AA3E2E184}"/>
                  </a:ext>
                </a:extLst>
              </p14:cNvPr>
              <p14:cNvContentPartPr/>
              <p14:nvPr/>
            </p14:nvContentPartPr>
            <p14:xfrm>
              <a:off x="14106000" y="8000760"/>
              <a:ext cx="21600" cy="360"/>
            </p14:xfrm>
          </p:contentPart>
        </mc:Choice>
        <mc:Fallback>
          <p:pic>
            <p:nvPicPr>
              <p:cNvPr id="43" name="Ink 42">
                <a:extLst>
                  <a:ext uri="{FF2B5EF4-FFF2-40B4-BE49-F238E27FC236}">
                    <a16:creationId xmlns:a16="http://schemas.microsoft.com/office/drawing/2014/main" id="{D115E8B8-8946-D38F-6577-6F5AA3E2E184}"/>
                  </a:ext>
                </a:extLst>
              </p:cNvPr>
              <p:cNvPicPr/>
              <p:nvPr/>
            </p:nvPicPr>
            <p:blipFill>
              <a:blip r:embed="rId39"/>
              <a:stretch>
                <a:fillRect/>
              </a:stretch>
            </p:blipFill>
            <p:spPr>
              <a:xfrm>
                <a:off x="14052000" y="7892760"/>
                <a:ext cx="12924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44" name="Ink 43">
                <a:extLst>
                  <a:ext uri="{FF2B5EF4-FFF2-40B4-BE49-F238E27FC236}">
                    <a16:creationId xmlns:a16="http://schemas.microsoft.com/office/drawing/2014/main" id="{E8CB46DA-8001-62E6-6ABF-8F1B7039CBA2}"/>
                  </a:ext>
                </a:extLst>
              </p14:cNvPr>
              <p14:cNvContentPartPr/>
              <p14:nvPr/>
            </p14:nvContentPartPr>
            <p14:xfrm>
              <a:off x="13842120" y="8016240"/>
              <a:ext cx="72360" cy="360"/>
            </p14:xfrm>
          </p:contentPart>
        </mc:Choice>
        <mc:Fallback>
          <p:pic>
            <p:nvPicPr>
              <p:cNvPr id="44" name="Ink 43">
                <a:extLst>
                  <a:ext uri="{FF2B5EF4-FFF2-40B4-BE49-F238E27FC236}">
                    <a16:creationId xmlns:a16="http://schemas.microsoft.com/office/drawing/2014/main" id="{E8CB46DA-8001-62E6-6ABF-8F1B7039CBA2}"/>
                  </a:ext>
                </a:extLst>
              </p:cNvPr>
              <p:cNvPicPr/>
              <p:nvPr/>
            </p:nvPicPr>
            <p:blipFill>
              <a:blip r:embed="rId35"/>
              <a:stretch>
                <a:fillRect/>
              </a:stretch>
            </p:blipFill>
            <p:spPr>
              <a:xfrm>
                <a:off x="13788120" y="7908240"/>
                <a:ext cx="180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45" name="Ink 44">
                <a:extLst>
                  <a:ext uri="{FF2B5EF4-FFF2-40B4-BE49-F238E27FC236}">
                    <a16:creationId xmlns:a16="http://schemas.microsoft.com/office/drawing/2014/main" id="{9D72AE4C-1C28-353A-EC6C-7E3B06C2F6B2}"/>
                  </a:ext>
                </a:extLst>
              </p14:cNvPr>
              <p14:cNvContentPartPr/>
              <p14:nvPr/>
            </p14:nvContentPartPr>
            <p14:xfrm>
              <a:off x="13709640" y="8016240"/>
              <a:ext cx="6480" cy="360"/>
            </p14:xfrm>
          </p:contentPart>
        </mc:Choice>
        <mc:Fallback>
          <p:pic>
            <p:nvPicPr>
              <p:cNvPr id="45" name="Ink 44">
                <a:extLst>
                  <a:ext uri="{FF2B5EF4-FFF2-40B4-BE49-F238E27FC236}">
                    <a16:creationId xmlns:a16="http://schemas.microsoft.com/office/drawing/2014/main" id="{9D72AE4C-1C28-353A-EC6C-7E3B06C2F6B2}"/>
                  </a:ext>
                </a:extLst>
              </p:cNvPr>
              <p:cNvPicPr/>
              <p:nvPr/>
            </p:nvPicPr>
            <p:blipFill>
              <a:blip r:embed="rId42"/>
              <a:stretch>
                <a:fillRect/>
              </a:stretch>
            </p:blipFill>
            <p:spPr>
              <a:xfrm>
                <a:off x="13656000" y="7908240"/>
                <a:ext cx="1141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46" name="Ink 45">
                <a:extLst>
                  <a:ext uri="{FF2B5EF4-FFF2-40B4-BE49-F238E27FC236}">
                    <a16:creationId xmlns:a16="http://schemas.microsoft.com/office/drawing/2014/main" id="{AF6C6BE4-EB65-2C36-9B90-DD853C670797}"/>
                  </a:ext>
                </a:extLst>
              </p14:cNvPr>
              <p14:cNvContentPartPr/>
              <p14:nvPr/>
            </p14:nvContentPartPr>
            <p14:xfrm>
              <a:off x="13522440" y="8016240"/>
              <a:ext cx="56880" cy="360"/>
            </p14:xfrm>
          </p:contentPart>
        </mc:Choice>
        <mc:Fallback>
          <p:pic>
            <p:nvPicPr>
              <p:cNvPr id="46" name="Ink 45">
                <a:extLst>
                  <a:ext uri="{FF2B5EF4-FFF2-40B4-BE49-F238E27FC236}">
                    <a16:creationId xmlns:a16="http://schemas.microsoft.com/office/drawing/2014/main" id="{AF6C6BE4-EB65-2C36-9B90-DD853C670797}"/>
                  </a:ext>
                </a:extLst>
              </p:cNvPr>
              <p:cNvPicPr/>
              <p:nvPr/>
            </p:nvPicPr>
            <p:blipFill>
              <a:blip r:embed="rId8"/>
              <a:stretch>
                <a:fillRect/>
              </a:stretch>
            </p:blipFill>
            <p:spPr>
              <a:xfrm>
                <a:off x="13468440" y="7908240"/>
                <a:ext cx="1645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47" name="Ink 46">
                <a:extLst>
                  <a:ext uri="{FF2B5EF4-FFF2-40B4-BE49-F238E27FC236}">
                    <a16:creationId xmlns:a16="http://schemas.microsoft.com/office/drawing/2014/main" id="{73968570-0BC9-9C18-7856-3587BCD5EC0F}"/>
                  </a:ext>
                </a:extLst>
              </p14:cNvPr>
              <p14:cNvContentPartPr/>
              <p14:nvPr/>
            </p14:nvContentPartPr>
            <p14:xfrm>
              <a:off x="13278360" y="8000760"/>
              <a:ext cx="56520" cy="360"/>
            </p14:xfrm>
          </p:contentPart>
        </mc:Choice>
        <mc:Fallback>
          <p:pic>
            <p:nvPicPr>
              <p:cNvPr id="47" name="Ink 46">
                <a:extLst>
                  <a:ext uri="{FF2B5EF4-FFF2-40B4-BE49-F238E27FC236}">
                    <a16:creationId xmlns:a16="http://schemas.microsoft.com/office/drawing/2014/main" id="{73968570-0BC9-9C18-7856-3587BCD5EC0F}"/>
                  </a:ext>
                </a:extLst>
              </p:cNvPr>
              <p:cNvPicPr/>
              <p:nvPr/>
            </p:nvPicPr>
            <p:blipFill>
              <a:blip r:embed="rId8"/>
              <a:stretch>
                <a:fillRect/>
              </a:stretch>
            </p:blipFill>
            <p:spPr>
              <a:xfrm>
                <a:off x="13224720" y="7892760"/>
                <a:ext cx="1641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48" name="Ink 47">
                <a:extLst>
                  <a:ext uri="{FF2B5EF4-FFF2-40B4-BE49-F238E27FC236}">
                    <a16:creationId xmlns:a16="http://schemas.microsoft.com/office/drawing/2014/main" id="{3A2F57AA-8DC7-29C4-1264-2F5052DCFAD9}"/>
                  </a:ext>
                </a:extLst>
              </p14:cNvPr>
              <p14:cNvContentPartPr/>
              <p14:nvPr/>
            </p14:nvContentPartPr>
            <p14:xfrm>
              <a:off x="13095840" y="8000760"/>
              <a:ext cx="56520" cy="360"/>
            </p14:xfrm>
          </p:contentPart>
        </mc:Choice>
        <mc:Fallback>
          <p:pic>
            <p:nvPicPr>
              <p:cNvPr id="48" name="Ink 47">
                <a:extLst>
                  <a:ext uri="{FF2B5EF4-FFF2-40B4-BE49-F238E27FC236}">
                    <a16:creationId xmlns:a16="http://schemas.microsoft.com/office/drawing/2014/main" id="{3A2F57AA-8DC7-29C4-1264-2F5052DCFAD9}"/>
                  </a:ext>
                </a:extLst>
              </p:cNvPr>
              <p:cNvPicPr/>
              <p:nvPr/>
            </p:nvPicPr>
            <p:blipFill>
              <a:blip r:embed="rId8"/>
              <a:stretch>
                <a:fillRect/>
              </a:stretch>
            </p:blipFill>
            <p:spPr>
              <a:xfrm>
                <a:off x="13041840" y="7892760"/>
                <a:ext cx="1641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49" name="Ink 48">
                <a:extLst>
                  <a:ext uri="{FF2B5EF4-FFF2-40B4-BE49-F238E27FC236}">
                    <a16:creationId xmlns:a16="http://schemas.microsoft.com/office/drawing/2014/main" id="{25CEF16D-1FB8-224F-CDBF-78500E57B27F}"/>
                  </a:ext>
                </a:extLst>
              </p14:cNvPr>
              <p14:cNvContentPartPr/>
              <p14:nvPr/>
            </p14:nvContentPartPr>
            <p14:xfrm>
              <a:off x="12897480" y="7985640"/>
              <a:ext cx="56520" cy="360"/>
            </p14:xfrm>
          </p:contentPart>
        </mc:Choice>
        <mc:Fallback>
          <p:pic>
            <p:nvPicPr>
              <p:cNvPr id="49" name="Ink 48">
                <a:extLst>
                  <a:ext uri="{FF2B5EF4-FFF2-40B4-BE49-F238E27FC236}">
                    <a16:creationId xmlns:a16="http://schemas.microsoft.com/office/drawing/2014/main" id="{25CEF16D-1FB8-224F-CDBF-78500E57B27F}"/>
                  </a:ext>
                </a:extLst>
              </p:cNvPr>
              <p:cNvPicPr/>
              <p:nvPr/>
            </p:nvPicPr>
            <p:blipFill>
              <a:blip r:embed="rId8"/>
              <a:stretch>
                <a:fillRect/>
              </a:stretch>
            </p:blipFill>
            <p:spPr>
              <a:xfrm>
                <a:off x="12843840" y="7878000"/>
                <a:ext cx="1641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50" name="Ink 49">
                <a:extLst>
                  <a:ext uri="{FF2B5EF4-FFF2-40B4-BE49-F238E27FC236}">
                    <a16:creationId xmlns:a16="http://schemas.microsoft.com/office/drawing/2014/main" id="{AB6EBAC8-F60D-C6A5-2CA8-79A4FC453653}"/>
                  </a:ext>
                </a:extLst>
              </p14:cNvPr>
              <p14:cNvContentPartPr/>
              <p14:nvPr/>
            </p14:nvContentPartPr>
            <p14:xfrm>
              <a:off x="12786240" y="7924440"/>
              <a:ext cx="360" cy="15480"/>
            </p14:xfrm>
          </p:contentPart>
        </mc:Choice>
        <mc:Fallback>
          <p:pic>
            <p:nvPicPr>
              <p:cNvPr id="50" name="Ink 49">
                <a:extLst>
                  <a:ext uri="{FF2B5EF4-FFF2-40B4-BE49-F238E27FC236}">
                    <a16:creationId xmlns:a16="http://schemas.microsoft.com/office/drawing/2014/main" id="{AB6EBAC8-F60D-C6A5-2CA8-79A4FC453653}"/>
                  </a:ext>
                </a:extLst>
              </p:cNvPr>
              <p:cNvPicPr/>
              <p:nvPr/>
            </p:nvPicPr>
            <p:blipFill>
              <a:blip r:embed="rId48"/>
              <a:stretch>
                <a:fillRect/>
              </a:stretch>
            </p:blipFill>
            <p:spPr>
              <a:xfrm>
                <a:off x="12732600" y="7816800"/>
                <a:ext cx="108000" cy="23112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51" name="Ink 50">
                <a:extLst>
                  <a:ext uri="{FF2B5EF4-FFF2-40B4-BE49-F238E27FC236}">
                    <a16:creationId xmlns:a16="http://schemas.microsoft.com/office/drawing/2014/main" id="{9CC1F7C3-2D30-0DE6-8CAA-45150A4DAE7F}"/>
                  </a:ext>
                </a:extLst>
              </p14:cNvPr>
              <p14:cNvContentPartPr/>
              <p14:nvPr/>
            </p14:nvContentPartPr>
            <p14:xfrm>
              <a:off x="12862200" y="7879080"/>
              <a:ext cx="94680" cy="360"/>
            </p14:xfrm>
          </p:contentPart>
        </mc:Choice>
        <mc:Fallback>
          <p:pic>
            <p:nvPicPr>
              <p:cNvPr id="51" name="Ink 50">
                <a:extLst>
                  <a:ext uri="{FF2B5EF4-FFF2-40B4-BE49-F238E27FC236}">
                    <a16:creationId xmlns:a16="http://schemas.microsoft.com/office/drawing/2014/main" id="{9CC1F7C3-2D30-0DE6-8CAA-45150A4DAE7F}"/>
                  </a:ext>
                </a:extLst>
              </p:cNvPr>
              <p:cNvPicPr/>
              <p:nvPr/>
            </p:nvPicPr>
            <p:blipFill>
              <a:blip r:embed="rId50"/>
              <a:stretch>
                <a:fillRect/>
              </a:stretch>
            </p:blipFill>
            <p:spPr>
              <a:xfrm>
                <a:off x="12808560" y="7771440"/>
                <a:ext cx="2023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52" name="Ink 51">
                <a:extLst>
                  <a:ext uri="{FF2B5EF4-FFF2-40B4-BE49-F238E27FC236}">
                    <a16:creationId xmlns:a16="http://schemas.microsoft.com/office/drawing/2014/main" id="{8B7D8CAE-D0D3-6C05-3B8C-2A195861733B}"/>
                  </a:ext>
                </a:extLst>
              </p14:cNvPr>
              <p14:cNvContentPartPr/>
              <p14:nvPr/>
            </p14:nvContentPartPr>
            <p14:xfrm>
              <a:off x="13152000" y="7879080"/>
              <a:ext cx="27720" cy="360"/>
            </p14:xfrm>
          </p:contentPart>
        </mc:Choice>
        <mc:Fallback>
          <p:pic>
            <p:nvPicPr>
              <p:cNvPr id="52" name="Ink 51">
                <a:extLst>
                  <a:ext uri="{FF2B5EF4-FFF2-40B4-BE49-F238E27FC236}">
                    <a16:creationId xmlns:a16="http://schemas.microsoft.com/office/drawing/2014/main" id="{8B7D8CAE-D0D3-6C05-3B8C-2A195861733B}"/>
                  </a:ext>
                </a:extLst>
              </p:cNvPr>
              <p:cNvPicPr/>
              <p:nvPr/>
            </p:nvPicPr>
            <p:blipFill>
              <a:blip r:embed="rId19"/>
              <a:stretch>
                <a:fillRect/>
              </a:stretch>
            </p:blipFill>
            <p:spPr>
              <a:xfrm>
                <a:off x="13098360" y="7771440"/>
                <a:ext cx="1353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53" name="Ink 52">
                <a:extLst>
                  <a:ext uri="{FF2B5EF4-FFF2-40B4-BE49-F238E27FC236}">
                    <a16:creationId xmlns:a16="http://schemas.microsoft.com/office/drawing/2014/main" id="{6FBB4337-87D2-0A47-A0F8-E25CEFF84787}"/>
                  </a:ext>
                </a:extLst>
              </p14:cNvPr>
              <p14:cNvContentPartPr/>
              <p14:nvPr/>
            </p14:nvContentPartPr>
            <p14:xfrm>
              <a:off x="13350360" y="7879080"/>
              <a:ext cx="88200" cy="360"/>
            </p14:xfrm>
          </p:contentPart>
        </mc:Choice>
        <mc:Fallback>
          <p:pic>
            <p:nvPicPr>
              <p:cNvPr id="53" name="Ink 52">
                <a:extLst>
                  <a:ext uri="{FF2B5EF4-FFF2-40B4-BE49-F238E27FC236}">
                    <a16:creationId xmlns:a16="http://schemas.microsoft.com/office/drawing/2014/main" id="{6FBB4337-87D2-0A47-A0F8-E25CEFF84787}"/>
                  </a:ext>
                </a:extLst>
              </p:cNvPr>
              <p:cNvPicPr/>
              <p:nvPr/>
            </p:nvPicPr>
            <p:blipFill>
              <a:blip r:embed="rId13"/>
              <a:stretch>
                <a:fillRect/>
              </a:stretch>
            </p:blipFill>
            <p:spPr>
              <a:xfrm>
                <a:off x="13296360" y="7771440"/>
                <a:ext cx="19584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54" name="Ink 53">
                <a:extLst>
                  <a:ext uri="{FF2B5EF4-FFF2-40B4-BE49-F238E27FC236}">
                    <a16:creationId xmlns:a16="http://schemas.microsoft.com/office/drawing/2014/main" id="{DE5E7C17-E75A-3182-93D6-B1AA52DF2313}"/>
                  </a:ext>
                </a:extLst>
              </p14:cNvPr>
              <p14:cNvContentPartPr/>
              <p14:nvPr/>
            </p14:nvContentPartPr>
            <p14:xfrm>
              <a:off x="13578960" y="7863600"/>
              <a:ext cx="70200" cy="360"/>
            </p14:xfrm>
          </p:contentPart>
        </mc:Choice>
        <mc:Fallback>
          <p:pic>
            <p:nvPicPr>
              <p:cNvPr id="54" name="Ink 53">
                <a:extLst>
                  <a:ext uri="{FF2B5EF4-FFF2-40B4-BE49-F238E27FC236}">
                    <a16:creationId xmlns:a16="http://schemas.microsoft.com/office/drawing/2014/main" id="{DE5E7C17-E75A-3182-93D6-B1AA52DF2313}"/>
                  </a:ext>
                </a:extLst>
              </p:cNvPr>
              <p:cNvPicPr/>
              <p:nvPr/>
            </p:nvPicPr>
            <p:blipFill>
              <a:blip r:embed="rId6"/>
              <a:stretch>
                <a:fillRect/>
              </a:stretch>
            </p:blipFill>
            <p:spPr>
              <a:xfrm>
                <a:off x="13524960" y="7755600"/>
                <a:ext cx="17784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55" name="Ink 54">
                <a:extLst>
                  <a:ext uri="{FF2B5EF4-FFF2-40B4-BE49-F238E27FC236}">
                    <a16:creationId xmlns:a16="http://schemas.microsoft.com/office/drawing/2014/main" id="{A92E1E80-4DE8-5770-1708-6789752BEF7D}"/>
                  </a:ext>
                </a:extLst>
              </p14:cNvPr>
              <p14:cNvContentPartPr/>
              <p14:nvPr/>
            </p14:nvContentPartPr>
            <p14:xfrm>
              <a:off x="13822680" y="7863600"/>
              <a:ext cx="90360" cy="360"/>
            </p14:xfrm>
          </p:contentPart>
        </mc:Choice>
        <mc:Fallback>
          <p:pic>
            <p:nvPicPr>
              <p:cNvPr id="55" name="Ink 54">
                <a:extLst>
                  <a:ext uri="{FF2B5EF4-FFF2-40B4-BE49-F238E27FC236}">
                    <a16:creationId xmlns:a16="http://schemas.microsoft.com/office/drawing/2014/main" id="{A92E1E80-4DE8-5770-1708-6789752BEF7D}"/>
                  </a:ext>
                </a:extLst>
              </p:cNvPr>
              <p:cNvPicPr/>
              <p:nvPr/>
            </p:nvPicPr>
            <p:blipFill>
              <a:blip r:embed="rId55"/>
              <a:stretch>
                <a:fillRect/>
              </a:stretch>
            </p:blipFill>
            <p:spPr>
              <a:xfrm>
                <a:off x="13768680" y="7755600"/>
                <a:ext cx="19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56" name="Ink 55">
                <a:extLst>
                  <a:ext uri="{FF2B5EF4-FFF2-40B4-BE49-F238E27FC236}">
                    <a16:creationId xmlns:a16="http://schemas.microsoft.com/office/drawing/2014/main" id="{BF333B4C-BA75-E876-2B2B-16E5B6A07D8C}"/>
                  </a:ext>
                </a:extLst>
              </p14:cNvPr>
              <p14:cNvContentPartPr/>
              <p14:nvPr/>
            </p14:nvContentPartPr>
            <p14:xfrm>
              <a:off x="14035800" y="7879080"/>
              <a:ext cx="103320" cy="14040"/>
            </p14:xfrm>
          </p:contentPart>
        </mc:Choice>
        <mc:Fallback>
          <p:pic>
            <p:nvPicPr>
              <p:cNvPr id="56" name="Ink 55">
                <a:extLst>
                  <a:ext uri="{FF2B5EF4-FFF2-40B4-BE49-F238E27FC236}">
                    <a16:creationId xmlns:a16="http://schemas.microsoft.com/office/drawing/2014/main" id="{BF333B4C-BA75-E876-2B2B-16E5B6A07D8C}"/>
                  </a:ext>
                </a:extLst>
              </p:cNvPr>
              <p:cNvPicPr/>
              <p:nvPr/>
            </p:nvPicPr>
            <p:blipFill>
              <a:blip r:embed="rId57"/>
              <a:stretch>
                <a:fillRect/>
              </a:stretch>
            </p:blipFill>
            <p:spPr>
              <a:xfrm>
                <a:off x="13981800" y="7771440"/>
                <a:ext cx="210960" cy="22968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57" name="Ink 56">
                <a:extLst>
                  <a:ext uri="{FF2B5EF4-FFF2-40B4-BE49-F238E27FC236}">
                    <a16:creationId xmlns:a16="http://schemas.microsoft.com/office/drawing/2014/main" id="{DEA491A7-59BA-924E-7B42-57BF99699C5C}"/>
                  </a:ext>
                </a:extLst>
              </p14:cNvPr>
              <p14:cNvContentPartPr/>
              <p14:nvPr/>
            </p14:nvContentPartPr>
            <p14:xfrm>
              <a:off x="14279880" y="7894200"/>
              <a:ext cx="60120" cy="12600"/>
            </p14:xfrm>
          </p:contentPart>
        </mc:Choice>
        <mc:Fallback>
          <p:pic>
            <p:nvPicPr>
              <p:cNvPr id="57" name="Ink 56">
                <a:extLst>
                  <a:ext uri="{FF2B5EF4-FFF2-40B4-BE49-F238E27FC236}">
                    <a16:creationId xmlns:a16="http://schemas.microsoft.com/office/drawing/2014/main" id="{DEA491A7-59BA-924E-7B42-57BF99699C5C}"/>
                  </a:ext>
                </a:extLst>
              </p:cNvPr>
              <p:cNvPicPr/>
              <p:nvPr/>
            </p:nvPicPr>
            <p:blipFill>
              <a:blip r:embed="rId59"/>
              <a:stretch>
                <a:fillRect/>
              </a:stretch>
            </p:blipFill>
            <p:spPr>
              <a:xfrm>
                <a:off x="14225880" y="7786200"/>
                <a:ext cx="167760" cy="22824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58" name="Ink 57">
                <a:extLst>
                  <a:ext uri="{FF2B5EF4-FFF2-40B4-BE49-F238E27FC236}">
                    <a16:creationId xmlns:a16="http://schemas.microsoft.com/office/drawing/2014/main" id="{8864E0DB-4507-4CA2-F9EB-73E7CD2039D6}"/>
                  </a:ext>
                </a:extLst>
              </p14:cNvPr>
              <p14:cNvContentPartPr/>
              <p14:nvPr/>
            </p14:nvContentPartPr>
            <p14:xfrm>
              <a:off x="14386440" y="7909680"/>
              <a:ext cx="6120" cy="360"/>
            </p14:xfrm>
          </p:contentPart>
        </mc:Choice>
        <mc:Fallback>
          <p:pic>
            <p:nvPicPr>
              <p:cNvPr id="58" name="Ink 57">
                <a:extLst>
                  <a:ext uri="{FF2B5EF4-FFF2-40B4-BE49-F238E27FC236}">
                    <a16:creationId xmlns:a16="http://schemas.microsoft.com/office/drawing/2014/main" id="{8864E0DB-4507-4CA2-F9EB-73E7CD2039D6}"/>
                  </a:ext>
                </a:extLst>
              </p:cNvPr>
              <p:cNvPicPr/>
              <p:nvPr/>
            </p:nvPicPr>
            <p:blipFill>
              <a:blip r:embed="rId42"/>
              <a:stretch>
                <a:fillRect/>
              </a:stretch>
            </p:blipFill>
            <p:spPr>
              <a:xfrm>
                <a:off x="14332440" y="7801680"/>
                <a:ext cx="1137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59" name="Ink 58">
                <a:extLst>
                  <a:ext uri="{FF2B5EF4-FFF2-40B4-BE49-F238E27FC236}">
                    <a16:creationId xmlns:a16="http://schemas.microsoft.com/office/drawing/2014/main" id="{63F032A5-2522-9FC1-6BD4-6AE9966E8198}"/>
                  </a:ext>
                </a:extLst>
              </p14:cNvPr>
              <p14:cNvContentPartPr/>
              <p14:nvPr/>
            </p14:nvContentPartPr>
            <p14:xfrm>
              <a:off x="14426040" y="7909680"/>
              <a:ext cx="6120" cy="360"/>
            </p14:xfrm>
          </p:contentPart>
        </mc:Choice>
        <mc:Fallback>
          <p:pic>
            <p:nvPicPr>
              <p:cNvPr id="59" name="Ink 58">
                <a:extLst>
                  <a:ext uri="{FF2B5EF4-FFF2-40B4-BE49-F238E27FC236}">
                    <a16:creationId xmlns:a16="http://schemas.microsoft.com/office/drawing/2014/main" id="{63F032A5-2522-9FC1-6BD4-6AE9966E8198}"/>
                  </a:ext>
                </a:extLst>
              </p:cNvPr>
              <p:cNvPicPr/>
              <p:nvPr/>
            </p:nvPicPr>
            <p:blipFill>
              <a:blip r:embed="rId42"/>
              <a:stretch>
                <a:fillRect/>
              </a:stretch>
            </p:blipFill>
            <p:spPr>
              <a:xfrm>
                <a:off x="14372040" y="7801680"/>
                <a:ext cx="1137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60" name="Ink 59">
                <a:extLst>
                  <a:ext uri="{FF2B5EF4-FFF2-40B4-BE49-F238E27FC236}">
                    <a16:creationId xmlns:a16="http://schemas.microsoft.com/office/drawing/2014/main" id="{B34A1675-602B-BE0E-655B-A9336AA04EFC}"/>
                  </a:ext>
                </a:extLst>
              </p14:cNvPr>
              <p14:cNvContentPartPr/>
              <p14:nvPr/>
            </p14:nvContentPartPr>
            <p14:xfrm>
              <a:off x="14147400" y="7879440"/>
              <a:ext cx="56160" cy="15120"/>
            </p14:xfrm>
          </p:contentPart>
        </mc:Choice>
        <mc:Fallback>
          <p:pic>
            <p:nvPicPr>
              <p:cNvPr id="60" name="Ink 59">
                <a:extLst>
                  <a:ext uri="{FF2B5EF4-FFF2-40B4-BE49-F238E27FC236}">
                    <a16:creationId xmlns:a16="http://schemas.microsoft.com/office/drawing/2014/main" id="{B34A1675-602B-BE0E-655B-A9336AA04EFC}"/>
                  </a:ext>
                </a:extLst>
              </p:cNvPr>
              <p:cNvPicPr/>
              <p:nvPr/>
            </p:nvPicPr>
            <p:blipFill>
              <a:blip r:embed="rId63"/>
              <a:stretch>
                <a:fillRect/>
              </a:stretch>
            </p:blipFill>
            <p:spPr>
              <a:xfrm>
                <a:off x="14093400" y="7771440"/>
                <a:ext cx="163800" cy="23076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61" name="Ink 60">
                <a:extLst>
                  <a:ext uri="{FF2B5EF4-FFF2-40B4-BE49-F238E27FC236}">
                    <a16:creationId xmlns:a16="http://schemas.microsoft.com/office/drawing/2014/main" id="{7CDC16DF-095D-7DE6-B0F4-4326510FCB7E}"/>
                  </a:ext>
                </a:extLst>
              </p14:cNvPr>
              <p14:cNvContentPartPr/>
              <p14:nvPr/>
            </p14:nvContentPartPr>
            <p14:xfrm>
              <a:off x="13906920" y="7827240"/>
              <a:ext cx="68760" cy="6120"/>
            </p14:xfrm>
          </p:contentPart>
        </mc:Choice>
        <mc:Fallback>
          <p:pic>
            <p:nvPicPr>
              <p:cNvPr id="61" name="Ink 60">
                <a:extLst>
                  <a:ext uri="{FF2B5EF4-FFF2-40B4-BE49-F238E27FC236}">
                    <a16:creationId xmlns:a16="http://schemas.microsoft.com/office/drawing/2014/main" id="{7CDC16DF-095D-7DE6-B0F4-4326510FCB7E}"/>
                  </a:ext>
                </a:extLst>
              </p:cNvPr>
              <p:cNvPicPr/>
              <p:nvPr/>
            </p:nvPicPr>
            <p:blipFill>
              <a:blip r:embed="rId65"/>
              <a:stretch>
                <a:fillRect/>
              </a:stretch>
            </p:blipFill>
            <p:spPr>
              <a:xfrm>
                <a:off x="13852920" y="7719240"/>
                <a:ext cx="176400" cy="22176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62" name="Ink 61">
                <a:extLst>
                  <a:ext uri="{FF2B5EF4-FFF2-40B4-BE49-F238E27FC236}">
                    <a16:creationId xmlns:a16="http://schemas.microsoft.com/office/drawing/2014/main" id="{70DA5958-3907-1764-FD7E-4C1D19BBD9DD}"/>
                  </a:ext>
                </a:extLst>
              </p14:cNvPr>
              <p14:cNvContentPartPr/>
              <p14:nvPr/>
            </p14:nvContentPartPr>
            <p14:xfrm>
              <a:off x="13583280" y="7802400"/>
              <a:ext cx="56160" cy="360"/>
            </p14:xfrm>
          </p:contentPart>
        </mc:Choice>
        <mc:Fallback>
          <p:pic>
            <p:nvPicPr>
              <p:cNvPr id="62" name="Ink 61">
                <a:extLst>
                  <a:ext uri="{FF2B5EF4-FFF2-40B4-BE49-F238E27FC236}">
                    <a16:creationId xmlns:a16="http://schemas.microsoft.com/office/drawing/2014/main" id="{70DA5958-3907-1764-FD7E-4C1D19BBD9DD}"/>
                  </a:ext>
                </a:extLst>
              </p:cNvPr>
              <p:cNvPicPr/>
              <p:nvPr/>
            </p:nvPicPr>
            <p:blipFill>
              <a:blip r:embed="rId8"/>
              <a:stretch>
                <a:fillRect/>
              </a:stretch>
            </p:blipFill>
            <p:spPr>
              <a:xfrm>
                <a:off x="13529640" y="7694760"/>
                <a:ext cx="1638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63" name="Ink 62">
                <a:extLst>
                  <a:ext uri="{FF2B5EF4-FFF2-40B4-BE49-F238E27FC236}">
                    <a16:creationId xmlns:a16="http://schemas.microsoft.com/office/drawing/2014/main" id="{1BD604B6-1896-99D8-238C-5415DF03E404}"/>
                  </a:ext>
                </a:extLst>
              </p14:cNvPr>
              <p14:cNvContentPartPr/>
              <p14:nvPr/>
            </p14:nvContentPartPr>
            <p14:xfrm>
              <a:off x="13370160" y="7802400"/>
              <a:ext cx="56520" cy="360"/>
            </p14:xfrm>
          </p:contentPart>
        </mc:Choice>
        <mc:Fallback>
          <p:pic>
            <p:nvPicPr>
              <p:cNvPr id="63" name="Ink 62">
                <a:extLst>
                  <a:ext uri="{FF2B5EF4-FFF2-40B4-BE49-F238E27FC236}">
                    <a16:creationId xmlns:a16="http://schemas.microsoft.com/office/drawing/2014/main" id="{1BD604B6-1896-99D8-238C-5415DF03E404}"/>
                  </a:ext>
                </a:extLst>
              </p:cNvPr>
              <p:cNvPicPr/>
              <p:nvPr/>
            </p:nvPicPr>
            <p:blipFill>
              <a:blip r:embed="rId8"/>
              <a:stretch>
                <a:fillRect/>
              </a:stretch>
            </p:blipFill>
            <p:spPr>
              <a:xfrm>
                <a:off x="13316160" y="7694760"/>
                <a:ext cx="1641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64" name="Ink 63">
                <a:extLst>
                  <a:ext uri="{FF2B5EF4-FFF2-40B4-BE49-F238E27FC236}">
                    <a16:creationId xmlns:a16="http://schemas.microsoft.com/office/drawing/2014/main" id="{66CC31BC-C6D6-4B1B-CD44-A49615B6026A}"/>
                  </a:ext>
                </a:extLst>
              </p14:cNvPr>
              <p14:cNvContentPartPr/>
              <p14:nvPr/>
            </p14:nvContentPartPr>
            <p14:xfrm>
              <a:off x="13154880" y="7802400"/>
              <a:ext cx="28080" cy="360"/>
            </p14:xfrm>
          </p:contentPart>
        </mc:Choice>
        <mc:Fallback>
          <p:pic>
            <p:nvPicPr>
              <p:cNvPr id="64" name="Ink 63">
                <a:extLst>
                  <a:ext uri="{FF2B5EF4-FFF2-40B4-BE49-F238E27FC236}">
                    <a16:creationId xmlns:a16="http://schemas.microsoft.com/office/drawing/2014/main" id="{66CC31BC-C6D6-4B1B-CD44-A49615B6026A}"/>
                  </a:ext>
                </a:extLst>
              </p:cNvPr>
              <p:cNvPicPr/>
              <p:nvPr/>
            </p:nvPicPr>
            <p:blipFill>
              <a:blip r:embed="rId19"/>
              <a:stretch>
                <a:fillRect/>
              </a:stretch>
            </p:blipFill>
            <p:spPr>
              <a:xfrm>
                <a:off x="13101240" y="7694760"/>
                <a:ext cx="1357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69">
            <p14:nvContentPartPr>
              <p14:cNvPr id="65" name="Ink 64">
                <a:extLst>
                  <a:ext uri="{FF2B5EF4-FFF2-40B4-BE49-F238E27FC236}">
                    <a16:creationId xmlns:a16="http://schemas.microsoft.com/office/drawing/2014/main" id="{DBFE8E80-F33B-3EB0-26BB-D2E9A087AADF}"/>
                  </a:ext>
                </a:extLst>
              </p14:cNvPr>
              <p14:cNvContentPartPr/>
              <p14:nvPr/>
            </p14:nvContentPartPr>
            <p14:xfrm>
              <a:off x="13078920" y="7802400"/>
              <a:ext cx="27360" cy="360"/>
            </p14:xfrm>
          </p:contentPart>
        </mc:Choice>
        <mc:Fallback>
          <p:pic>
            <p:nvPicPr>
              <p:cNvPr id="65" name="Ink 64">
                <a:extLst>
                  <a:ext uri="{FF2B5EF4-FFF2-40B4-BE49-F238E27FC236}">
                    <a16:creationId xmlns:a16="http://schemas.microsoft.com/office/drawing/2014/main" id="{DBFE8E80-F33B-3EB0-26BB-D2E9A087AADF}"/>
                  </a:ext>
                </a:extLst>
              </p:cNvPr>
              <p:cNvPicPr/>
              <p:nvPr/>
            </p:nvPicPr>
            <p:blipFill>
              <a:blip r:embed="rId19"/>
              <a:stretch>
                <a:fillRect/>
              </a:stretch>
            </p:blipFill>
            <p:spPr>
              <a:xfrm>
                <a:off x="13024920" y="7694760"/>
                <a:ext cx="135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66" name="Ink 65">
                <a:extLst>
                  <a:ext uri="{FF2B5EF4-FFF2-40B4-BE49-F238E27FC236}">
                    <a16:creationId xmlns:a16="http://schemas.microsoft.com/office/drawing/2014/main" id="{5C546E11-BC02-CDC2-803F-A1140EA6F765}"/>
                  </a:ext>
                </a:extLst>
              </p14:cNvPr>
              <p14:cNvContentPartPr/>
              <p14:nvPr/>
            </p14:nvContentPartPr>
            <p14:xfrm>
              <a:off x="12993600" y="7833000"/>
              <a:ext cx="6120" cy="360"/>
            </p14:xfrm>
          </p:contentPart>
        </mc:Choice>
        <mc:Fallback>
          <p:pic>
            <p:nvPicPr>
              <p:cNvPr id="66" name="Ink 65">
                <a:extLst>
                  <a:ext uri="{FF2B5EF4-FFF2-40B4-BE49-F238E27FC236}">
                    <a16:creationId xmlns:a16="http://schemas.microsoft.com/office/drawing/2014/main" id="{5C546E11-BC02-CDC2-803F-A1140EA6F765}"/>
                  </a:ext>
                </a:extLst>
              </p:cNvPr>
              <p:cNvPicPr/>
              <p:nvPr/>
            </p:nvPicPr>
            <p:blipFill>
              <a:blip r:embed="rId42"/>
              <a:stretch>
                <a:fillRect/>
              </a:stretch>
            </p:blipFill>
            <p:spPr>
              <a:xfrm>
                <a:off x="12939600" y="7725360"/>
                <a:ext cx="1137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67" name="Ink 66">
                <a:extLst>
                  <a:ext uri="{FF2B5EF4-FFF2-40B4-BE49-F238E27FC236}">
                    <a16:creationId xmlns:a16="http://schemas.microsoft.com/office/drawing/2014/main" id="{BAF38586-EBF9-2BD5-EF40-CE99F21F1612}"/>
                  </a:ext>
                </a:extLst>
              </p14:cNvPr>
              <p14:cNvContentPartPr/>
              <p14:nvPr/>
            </p14:nvContentPartPr>
            <p14:xfrm>
              <a:off x="13029960" y="7833000"/>
              <a:ext cx="28080" cy="360"/>
            </p14:xfrm>
          </p:contentPart>
        </mc:Choice>
        <mc:Fallback>
          <p:pic>
            <p:nvPicPr>
              <p:cNvPr id="67" name="Ink 66">
                <a:extLst>
                  <a:ext uri="{FF2B5EF4-FFF2-40B4-BE49-F238E27FC236}">
                    <a16:creationId xmlns:a16="http://schemas.microsoft.com/office/drawing/2014/main" id="{BAF38586-EBF9-2BD5-EF40-CE99F21F1612}"/>
                  </a:ext>
                </a:extLst>
              </p:cNvPr>
              <p:cNvPicPr/>
              <p:nvPr/>
            </p:nvPicPr>
            <p:blipFill>
              <a:blip r:embed="rId19"/>
              <a:stretch>
                <a:fillRect/>
              </a:stretch>
            </p:blipFill>
            <p:spPr>
              <a:xfrm>
                <a:off x="12975960" y="7725360"/>
                <a:ext cx="1357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68" name="Ink 67">
                <a:extLst>
                  <a:ext uri="{FF2B5EF4-FFF2-40B4-BE49-F238E27FC236}">
                    <a16:creationId xmlns:a16="http://schemas.microsoft.com/office/drawing/2014/main" id="{2931EEAE-C737-4D60-557A-ADE2297DFBB4}"/>
                  </a:ext>
                </a:extLst>
              </p14:cNvPr>
              <p14:cNvContentPartPr/>
              <p14:nvPr/>
            </p14:nvContentPartPr>
            <p14:xfrm>
              <a:off x="13152000" y="7833000"/>
              <a:ext cx="15840" cy="360"/>
            </p14:xfrm>
          </p:contentPart>
        </mc:Choice>
        <mc:Fallback>
          <p:pic>
            <p:nvPicPr>
              <p:cNvPr id="68" name="Ink 67">
                <a:extLst>
                  <a:ext uri="{FF2B5EF4-FFF2-40B4-BE49-F238E27FC236}">
                    <a16:creationId xmlns:a16="http://schemas.microsoft.com/office/drawing/2014/main" id="{2931EEAE-C737-4D60-557A-ADE2297DFBB4}"/>
                  </a:ext>
                </a:extLst>
              </p:cNvPr>
              <p:cNvPicPr/>
              <p:nvPr/>
            </p:nvPicPr>
            <p:blipFill>
              <a:blip r:embed="rId39"/>
              <a:stretch>
                <a:fillRect/>
              </a:stretch>
            </p:blipFill>
            <p:spPr>
              <a:xfrm>
                <a:off x="13098360" y="7725360"/>
                <a:ext cx="12348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69" name="Ink 68">
                <a:extLst>
                  <a:ext uri="{FF2B5EF4-FFF2-40B4-BE49-F238E27FC236}">
                    <a16:creationId xmlns:a16="http://schemas.microsoft.com/office/drawing/2014/main" id="{18FD0551-6EC4-6272-3975-DCD8E50C5823}"/>
                  </a:ext>
                </a:extLst>
              </p14:cNvPr>
              <p14:cNvContentPartPr/>
              <p14:nvPr/>
            </p14:nvContentPartPr>
            <p14:xfrm>
              <a:off x="13273680" y="7833000"/>
              <a:ext cx="27720" cy="360"/>
            </p14:xfrm>
          </p:contentPart>
        </mc:Choice>
        <mc:Fallback>
          <p:pic>
            <p:nvPicPr>
              <p:cNvPr id="69" name="Ink 68">
                <a:extLst>
                  <a:ext uri="{FF2B5EF4-FFF2-40B4-BE49-F238E27FC236}">
                    <a16:creationId xmlns:a16="http://schemas.microsoft.com/office/drawing/2014/main" id="{18FD0551-6EC4-6272-3975-DCD8E50C5823}"/>
                  </a:ext>
                </a:extLst>
              </p:cNvPr>
              <p:cNvPicPr/>
              <p:nvPr/>
            </p:nvPicPr>
            <p:blipFill>
              <a:blip r:embed="rId19"/>
              <a:stretch>
                <a:fillRect/>
              </a:stretch>
            </p:blipFill>
            <p:spPr>
              <a:xfrm>
                <a:off x="13219680" y="7725360"/>
                <a:ext cx="1353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70" name="Ink 69">
                <a:extLst>
                  <a:ext uri="{FF2B5EF4-FFF2-40B4-BE49-F238E27FC236}">
                    <a16:creationId xmlns:a16="http://schemas.microsoft.com/office/drawing/2014/main" id="{CDFC3FF4-E334-4F1C-3386-E5711971E98F}"/>
                  </a:ext>
                </a:extLst>
              </p14:cNvPr>
              <p14:cNvContentPartPr/>
              <p14:nvPr/>
            </p14:nvContentPartPr>
            <p14:xfrm>
              <a:off x="13395720" y="7833000"/>
              <a:ext cx="41760" cy="360"/>
            </p14:xfrm>
          </p:contentPart>
        </mc:Choice>
        <mc:Fallback>
          <p:pic>
            <p:nvPicPr>
              <p:cNvPr id="70" name="Ink 69">
                <a:extLst>
                  <a:ext uri="{FF2B5EF4-FFF2-40B4-BE49-F238E27FC236}">
                    <a16:creationId xmlns:a16="http://schemas.microsoft.com/office/drawing/2014/main" id="{CDFC3FF4-E334-4F1C-3386-E5711971E98F}"/>
                  </a:ext>
                </a:extLst>
              </p:cNvPr>
              <p:cNvPicPr/>
              <p:nvPr/>
            </p:nvPicPr>
            <p:blipFill>
              <a:blip r:embed="rId15"/>
              <a:stretch>
                <a:fillRect/>
              </a:stretch>
            </p:blipFill>
            <p:spPr>
              <a:xfrm>
                <a:off x="13341720" y="7725360"/>
                <a:ext cx="1494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71" name="Ink 70">
                <a:extLst>
                  <a:ext uri="{FF2B5EF4-FFF2-40B4-BE49-F238E27FC236}">
                    <a16:creationId xmlns:a16="http://schemas.microsoft.com/office/drawing/2014/main" id="{860CC0E4-B0E3-F5C1-7FAE-B8A6671C136E}"/>
                  </a:ext>
                </a:extLst>
              </p14:cNvPr>
              <p14:cNvContentPartPr/>
              <p14:nvPr/>
            </p14:nvContentPartPr>
            <p14:xfrm>
              <a:off x="13624320" y="7833000"/>
              <a:ext cx="88200" cy="360"/>
            </p14:xfrm>
          </p:contentPart>
        </mc:Choice>
        <mc:Fallback>
          <p:pic>
            <p:nvPicPr>
              <p:cNvPr id="71" name="Ink 70">
                <a:extLst>
                  <a:ext uri="{FF2B5EF4-FFF2-40B4-BE49-F238E27FC236}">
                    <a16:creationId xmlns:a16="http://schemas.microsoft.com/office/drawing/2014/main" id="{860CC0E4-B0E3-F5C1-7FAE-B8A6671C136E}"/>
                  </a:ext>
                </a:extLst>
              </p:cNvPr>
              <p:cNvPicPr/>
              <p:nvPr/>
            </p:nvPicPr>
            <p:blipFill>
              <a:blip r:embed="rId13"/>
              <a:stretch>
                <a:fillRect/>
              </a:stretch>
            </p:blipFill>
            <p:spPr>
              <a:xfrm>
                <a:off x="13570680" y="7725360"/>
                <a:ext cx="19584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72" name="Ink 71">
                <a:extLst>
                  <a:ext uri="{FF2B5EF4-FFF2-40B4-BE49-F238E27FC236}">
                    <a16:creationId xmlns:a16="http://schemas.microsoft.com/office/drawing/2014/main" id="{C98C7D50-6C82-FEC5-859E-F038C5E75C95}"/>
                  </a:ext>
                </a:extLst>
              </p14:cNvPr>
              <p14:cNvContentPartPr/>
              <p14:nvPr/>
            </p14:nvContentPartPr>
            <p14:xfrm>
              <a:off x="13792080" y="7848480"/>
              <a:ext cx="360" cy="360"/>
            </p14:xfrm>
          </p:contentPart>
        </mc:Choice>
        <mc:Fallback>
          <p:pic>
            <p:nvPicPr>
              <p:cNvPr id="72" name="Ink 71">
                <a:extLst>
                  <a:ext uri="{FF2B5EF4-FFF2-40B4-BE49-F238E27FC236}">
                    <a16:creationId xmlns:a16="http://schemas.microsoft.com/office/drawing/2014/main" id="{C98C7D50-6C82-FEC5-859E-F038C5E75C95}"/>
                  </a:ext>
                </a:extLst>
              </p:cNvPr>
              <p:cNvPicPr/>
              <p:nvPr/>
            </p:nvPicPr>
            <p:blipFill>
              <a:blip r:embed="rId4"/>
              <a:stretch>
                <a:fillRect/>
              </a:stretch>
            </p:blipFill>
            <p:spPr>
              <a:xfrm>
                <a:off x="13738080" y="774084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73" name="Ink 72">
                <a:extLst>
                  <a:ext uri="{FF2B5EF4-FFF2-40B4-BE49-F238E27FC236}">
                    <a16:creationId xmlns:a16="http://schemas.microsoft.com/office/drawing/2014/main" id="{8865D440-76DD-28D9-F042-0C2D586AF215}"/>
                  </a:ext>
                </a:extLst>
              </p14:cNvPr>
              <p14:cNvContentPartPr/>
              <p14:nvPr/>
            </p14:nvContentPartPr>
            <p14:xfrm>
              <a:off x="13733400" y="7848480"/>
              <a:ext cx="59040" cy="27360"/>
            </p14:xfrm>
          </p:contentPart>
        </mc:Choice>
        <mc:Fallback>
          <p:pic>
            <p:nvPicPr>
              <p:cNvPr id="73" name="Ink 72">
                <a:extLst>
                  <a:ext uri="{FF2B5EF4-FFF2-40B4-BE49-F238E27FC236}">
                    <a16:creationId xmlns:a16="http://schemas.microsoft.com/office/drawing/2014/main" id="{8865D440-76DD-28D9-F042-0C2D586AF215}"/>
                  </a:ext>
                </a:extLst>
              </p:cNvPr>
              <p:cNvPicPr/>
              <p:nvPr/>
            </p:nvPicPr>
            <p:blipFill>
              <a:blip r:embed="rId78"/>
              <a:stretch>
                <a:fillRect/>
              </a:stretch>
            </p:blipFill>
            <p:spPr>
              <a:xfrm>
                <a:off x="13679760" y="7740840"/>
                <a:ext cx="166680" cy="24300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74" name="Ink 73">
                <a:extLst>
                  <a:ext uri="{FF2B5EF4-FFF2-40B4-BE49-F238E27FC236}">
                    <a16:creationId xmlns:a16="http://schemas.microsoft.com/office/drawing/2014/main" id="{4DE17E8A-F3BB-C58F-199A-51C49969D18C}"/>
                  </a:ext>
                </a:extLst>
              </p14:cNvPr>
              <p14:cNvContentPartPr/>
              <p14:nvPr/>
            </p14:nvContentPartPr>
            <p14:xfrm>
              <a:off x="13578960" y="7879080"/>
              <a:ext cx="360" cy="360"/>
            </p14:xfrm>
          </p:contentPart>
        </mc:Choice>
        <mc:Fallback>
          <p:pic>
            <p:nvPicPr>
              <p:cNvPr id="74" name="Ink 73">
                <a:extLst>
                  <a:ext uri="{FF2B5EF4-FFF2-40B4-BE49-F238E27FC236}">
                    <a16:creationId xmlns:a16="http://schemas.microsoft.com/office/drawing/2014/main" id="{4DE17E8A-F3BB-C58F-199A-51C49969D18C}"/>
                  </a:ext>
                </a:extLst>
              </p:cNvPr>
              <p:cNvPicPr/>
              <p:nvPr/>
            </p:nvPicPr>
            <p:blipFill>
              <a:blip r:embed="rId4"/>
              <a:stretch>
                <a:fillRect/>
              </a:stretch>
            </p:blipFill>
            <p:spPr>
              <a:xfrm>
                <a:off x="13524960" y="777144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75" name="Ink 74">
                <a:extLst>
                  <a:ext uri="{FF2B5EF4-FFF2-40B4-BE49-F238E27FC236}">
                    <a16:creationId xmlns:a16="http://schemas.microsoft.com/office/drawing/2014/main" id="{687DFD69-A96B-C9BA-EE46-B9787D0C5B99}"/>
                  </a:ext>
                </a:extLst>
              </p14:cNvPr>
              <p14:cNvContentPartPr/>
              <p14:nvPr/>
            </p14:nvContentPartPr>
            <p14:xfrm>
              <a:off x="13491840" y="7879080"/>
              <a:ext cx="56880" cy="18360"/>
            </p14:xfrm>
          </p:contentPart>
        </mc:Choice>
        <mc:Fallback>
          <p:pic>
            <p:nvPicPr>
              <p:cNvPr id="75" name="Ink 74">
                <a:extLst>
                  <a:ext uri="{FF2B5EF4-FFF2-40B4-BE49-F238E27FC236}">
                    <a16:creationId xmlns:a16="http://schemas.microsoft.com/office/drawing/2014/main" id="{687DFD69-A96B-C9BA-EE46-B9787D0C5B99}"/>
                  </a:ext>
                </a:extLst>
              </p:cNvPr>
              <p:cNvPicPr/>
              <p:nvPr/>
            </p:nvPicPr>
            <p:blipFill>
              <a:blip r:embed="rId81"/>
              <a:stretch>
                <a:fillRect/>
              </a:stretch>
            </p:blipFill>
            <p:spPr>
              <a:xfrm>
                <a:off x="13438200" y="7771440"/>
                <a:ext cx="164520" cy="23400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76" name="Ink 75">
                <a:extLst>
                  <a:ext uri="{FF2B5EF4-FFF2-40B4-BE49-F238E27FC236}">
                    <a16:creationId xmlns:a16="http://schemas.microsoft.com/office/drawing/2014/main" id="{95F20681-D1BA-843D-C91F-ED7D3BFE5E5A}"/>
                  </a:ext>
                </a:extLst>
              </p14:cNvPr>
              <p14:cNvContentPartPr/>
              <p14:nvPr/>
            </p14:nvContentPartPr>
            <p14:xfrm>
              <a:off x="13487160" y="7924800"/>
              <a:ext cx="15840" cy="360"/>
            </p14:xfrm>
          </p:contentPart>
        </mc:Choice>
        <mc:Fallback>
          <p:pic>
            <p:nvPicPr>
              <p:cNvPr id="76" name="Ink 75">
                <a:extLst>
                  <a:ext uri="{FF2B5EF4-FFF2-40B4-BE49-F238E27FC236}">
                    <a16:creationId xmlns:a16="http://schemas.microsoft.com/office/drawing/2014/main" id="{95F20681-D1BA-843D-C91F-ED7D3BFE5E5A}"/>
                  </a:ext>
                </a:extLst>
              </p:cNvPr>
              <p:cNvPicPr/>
              <p:nvPr/>
            </p:nvPicPr>
            <p:blipFill>
              <a:blip r:embed="rId39"/>
              <a:stretch>
                <a:fillRect/>
              </a:stretch>
            </p:blipFill>
            <p:spPr>
              <a:xfrm>
                <a:off x="13433520" y="7816800"/>
                <a:ext cx="12348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77" name="Ink 76">
                <a:extLst>
                  <a:ext uri="{FF2B5EF4-FFF2-40B4-BE49-F238E27FC236}">
                    <a16:creationId xmlns:a16="http://schemas.microsoft.com/office/drawing/2014/main" id="{57C20C04-D446-A0A1-E3EB-434E972085EC}"/>
                  </a:ext>
                </a:extLst>
              </p14:cNvPr>
              <p14:cNvContentPartPr/>
              <p14:nvPr/>
            </p14:nvContentPartPr>
            <p14:xfrm>
              <a:off x="13670040" y="7939560"/>
              <a:ext cx="106200" cy="26280"/>
            </p14:xfrm>
          </p:contentPart>
        </mc:Choice>
        <mc:Fallback>
          <p:pic>
            <p:nvPicPr>
              <p:cNvPr id="77" name="Ink 76">
                <a:extLst>
                  <a:ext uri="{FF2B5EF4-FFF2-40B4-BE49-F238E27FC236}">
                    <a16:creationId xmlns:a16="http://schemas.microsoft.com/office/drawing/2014/main" id="{57C20C04-D446-A0A1-E3EB-434E972085EC}"/>
                  </a:ext>
                </a:extLst>
              </p:cNvPr>
              <p:cNvPicPr/>
              <p:nvPr/>
            </p:nvPicPr>
            <p:blipFill>
              <a:blip r:embed="rId84"/>
              <a:stretch>
                <a:fillRect/>
              </a:stretch>
            </p:blipFill>
            <p:spPr>
              <a:xfrm>
                <a:off x="13616040" y="7831920"/>
                <a:ext cx="213840" cy="24192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78" name="Ink 77">
                <a:extLst>
                  <a:ext uri="{FF2B5EF4-FFF2-40B4-BE49-F238E27FC236}">
                    <a16:creationId xmlns:a16="http://schemas.microsoft.com/office/drawing/2014/main" id="{FD013B59-8B05-5B42-52FB-DA0A939B34FF}"/>
                  </a:ext>
                </a:extLst>
              </p14:cNvPr>
              <p14:cNvContentPartPr/>
              <p14:nvPr/>
            </p14:nvContentPartPr>
            <p14:xfrm>
              <a:off x="13852920" y="8016240"/>
              <a:ext cx="360" cy="360"/>
            </p14:xfrm>
          </p:contentPart>
        </mc:Choice>
        <mc:Fallback>
          <p:pic>
            <p:nvPicPr>
              <p:cNvPr id="78" name="Ink 77">
                <a:extLst>
                  <a:ext uri="{FF2B5EF4-FFF2-40B4-BE49-F238E27FC236}">
                    <a16:creationId xmlns:a16="http://schemas.microsoft.com/office/drawing/2014/main" id="{FD013B59-8B05-5B42-52FB-DA0A939B34FF}"/>
                  </a:ext>
                </a:extLst>
              </p:cNvPr>
              <p:cNvPicPr/>
              <p:nvPr/>
            </p:nvPicPr>
            <p:blipFill>
              <a:blip r:embed="rId4"/>
              <a:stretch>
                <a:fillRect/>
              </a:stretch>
            </p:blipFill>
            <p:spPr>
              <a:xfrm>
                <a:off x="13799280" y="790824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79" name="Ink 78">
                <a:extLst>
                  <a:ext uri="{FF2B5EF4-FFF2-40B4-BE49-F238E27FC236}">
                    <a16:creationId xmlns:a16="http://schemas.microsoft.com/office/drawing/2014/main" id="{C147AB33-B1DC-04BA-5C24-712DBA1AC00D}"/>
                  </a:ext>
                </a:extLst>
              </p14:cNvPr>
              <p14:cNvContentPartPr/>
              <p14:nvPr/>
            </p14:nvContentPartPr>
            <p14:xfrm>
              <a:off x="13746000" y="8016240"/>
              <a:ext cx="15840" cy="360"/>
            </p14:xfrm>
          </p:contentPart>
        </mc:Choice>
        <mc:Fallback>
          <p:pic>
            <p:nvPicPr>
              <p:cNvPr id="79" name="Ink 78">
                <a:extLst>
                  <a:ext uri="{FF2B5EF4-FFF2-40B4-BE49-F238E27FC236}">
                    <a16:creationId xmlns:a16="http://schemas.microsoft.com/office/drawing/2014/main" id="{C147AB33-B1DC-04BA-5C24-712DBA1AC00D}"/>
                  </a:ext>
                </a:extLst>
              </p:cNvPr>
              <p:cNvPicPr/>
              <p:nvPr/>
            </p:nvPicPr>
            <p:blipFill>
              <a:blip r:embed="rId39"/>
              <a:stretch>
                <a:fillRect/>
              </a:stretch>
            </p:blipFill>
            <p:spPr>
              <a:xfrm>
                <a:off x="13692360" y="7908240"/>
                <a:ext cx="12348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87">
            <p14:nvContentPartPr>
              <p14:cNvPr id="80" name="Ink 79">
                <a:extLst>
                  <a:ext uri="{FF2B5EF4-FFF2-40B4-BE49-F238E27FC236}">
                    <a16:creationId xmlns:a16="http://schemas.microsoft.com/office/drawing/2014/main" id="{190F6F44-6EB1-DEB8-9CFD-5A733DCA9586}"/>
                  </a:ext>
                </a:extLst>
              </p14:cNvPr>
              <p14:cNvContentPartPr/>
              <p14:nvPr/>
            </p14:nvContentPartPr>
            <p14:xfrm>
              <a:off x="13638000" y="8016240"/>
              <a:ext cx="63000" cy="23400"/>
            </p14:xfrm>
          </p:contentPart>
        </mc:Choice>
        <mc:Fallback>
          <p:pic>
            <p:nvPicPr>
              <p:cNvPr id="80" name="Ink 79">
                <a:extLst>
                  <a:ext uri="{FF2B5EF4-FFF2-40B4-BE49-F238E27FC236}">
                    <a16:creationId xmlns:a16="http://schemas.microsoft.com/office/drawing/2014/main" id="{190F6F44-6EB1-DEB8-9CFD-5A733DCA9586}"/>
                  </a:ext>
                </a:extLst>
              </p:cNvPr>
              <p:cNvPicPr/>
              <p:nvPr/>
            </p:nvPicPr>
            <p:blipFill>
              <a:blip r:embed="rId88"/>
              <a:stretch>
                <a:fillRect/>
              </a:stretch>
            </p:blipFill>
            <p:spPr>
              <a:xfrm>
                <a:off x="13584000" y="7908240"/>
                <a:ext cx="170640" cy="239040"/>
              </a:xfrm>
              <a:prstGeom prst="rect">
                <a:avLst/>
              </a:prstGeom>
            </p:spPr>
          </p:pic>
        </mc:Fallback>
      </mc:AlternateContent>
      <mc:AlternateContent xmlns:mc="http://schemas.openxmlformats.org/markup-compatibility/2006">
        <mc:Choice xmlns:p14="http://schemas.microsoft.com/office/powerpoint/2010/main" Requires="p14">
          <p:contentPart p14:bwMode="auto" r:id="rId89">
            <p14:nvContentPartPr>
              <p14:cNvPr id="81" name="Ink 80">
                <a:extLst>
                  <a:ext uri="{FF2B5EF4-FFF2-40B4-BE49-F238E27FC236}">
                    <a16:creationId xmlns:a16="http://schemas.microsoft.com/office/drawing/2014/main" id="{AB1D880D-83DF-6D7E-E0CD-CAF7ACCFB666}"/>
                  </a:ext>
                </a:extLst>
              </p14:cNvPr>
              <p14:cNvContentPartPr/>
              <p14:nvPr/>
            </p14:nvContentPartPr>
            <p14:xfrm>
              <a:off x="13518840" y="8076840"/>
              <a:ext cx="29880" cy="12600"/>
            </p14:xfrm>
          </p:contentPart>
        </mc:Choice>
        <mc:Fallback>
          <p:pic>
            <p:nvPicPr>
              <p:cNvPr id="81" name="Ink 80">
                <a:extLst>
                  <a:ext uri="{FF2B5EF4-FFF2-40B4-BE49-F238E27FC236}">
                    <a16:creationId xmlns:a16="http://schemas.microsoft.com/office/drawing/2014/main" id="{AB1D880D-83DF-6D7E-E0CD-CAF7ACCFB666}"/>
                  </a:ext>
                </a:extLst>
              </p:cNvPr>
              <p:cNvPicPr/>
              <p:nvPr/>
            </p:nvPicPr>
            <p:blipFill>
              <a:blip r:embed="rId90"/>
              <a:stretch>
                <a:fillRect/>
              </a:stretch>
            </p:blipFill>
            <p:spPr>
              <a:xfrm>
                <a:off x="13465200" y="7969200"/>
                <a:ext cx="137520" cy="228240"/>
              </a:xfrm>
              <a:prstGeom prst="rect">
                <a:avLst/>
              </a:prstGeom>
            </p:spPr>
          </p:pic>
        </mc:Fallback>
      </mc:AlternateContent>
      <mc:AlternateContent xmlns:mc="http://schemas.openxmlformats.org/markup-compatibility/2006">
        <mc:Choice xmlns:p14="http://schemas.microsoft.com/office/powerpoint/2010/main" Requires="p14">
          <p:contentPart p14:bwMode="auto" r:id="rId91">
            <p14:nvContentPartPr>
              <p14:cNvPr id="82" name="Ink 81">
                <a:extLst>
                  <a:ext uri="{FF2B5EF4-FFF2-40B4-BE49-F238E27FC236}">
                    <a16:creationId xmlns:a16="http://schemas.microsoft.com/office/drawing/2014/main" id="{0838BBAB-6A52-9229-3774-6231B93374C2}"/>
                  </a:ext>
                </a:extLst>
              </p14:cNvPr>
              <p14:cNvContentPartPr/>
              <p14:nvPr/>
            </p14:nvContentPartPr>
            <p14:xfrm>
              <a:off x="13369800" y="8123160"/>
              <a:ext cx="41760" cy="360"/>
            </p14:xfrm>
          </p:contentPart>
        </mc:Choice>
        <mc:Fallback>
          <p:pic>
            <p:nvPicPr>
              <p:cNvPr id="82" name="Ink 81">
                <a:extLst>
                  <a:ext uri="{FF2B5EF4-FFF2-40B4-BE49-F238E27FC236}">
                    <a16:creationId xmlns:a16="http://schemas.microsoft.com/office/drawing/2014/main" id="{0838BBAB-6A52-9229-3774-6231B93374C2}"/>
                  </a:ext>
                </a:extLst>
              </p:cNvPr>
              <p:cNvPicPr/>
              <p:nvPr/>
            </p:nvPicPr>
            <p:blipFill>
              <a:blip r:embed="rId15"/>
              <a:stretch>
                <a:fillRect/>
              </a:stretch>
            </p:blipFill>
            <p:spPr>
              <a:xfrm>
                <a:off x="13316160" y="8015160"/>
                <a:ext cx="1494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83" name="Ink 82">
                <a:extLst>
                  <a:ext uri="{FF2B5EF4-FFF2-40B4-BE49-F238E27FC236}">
                    <a16:creationId xmlns:a16="http://schemas.microsoft.com/office/drawing/2014/main" id="{99146556-3F6B-ABDC-8C53-760205CB5380}"/>
                  </a:ext>
                </a:extLst>
              </p14:cNvPr>
              <p14:cNvContentPartPr/>
              <p14:nvPr/>
            </p14:nvContentPartPr>
            <p14:xfrm>
              <a:off x="13289160" y="8116680"/>
              <a:ext cx="360" cy="6480"/>
            </p14:xfrm>
          </p:contentPart>
        </mc:Choice>
        <mc:Fallback>
          <p:pic>
            <p:nvPicPr>
              <p:cNvPr id="83" name="Ink 82">
                <a:extLst>
                  <a:ext uri="{FF2B5EF4-FFF2-40B4-BE49-F238E27FC236}">
                    <a16:creationId xmlns:a16="http://schemas.microsoft.com/office/drawing/2014/main" id="{99146556-3F6B-ABDC-8C53-760205CB5380}"/>
                  </a:ext>
                </a:extLst>
              </p:cNvPr>
              <p:cNvPicPr/>
              <p:nvPr/>
            </p:nvPicPr>
            <p:blipFill>
              <a:blip r:embed="rId93"/>
              <a:stretch>
                <a:fillRect/>
              </a:stretch>
            </p:blipFill>
            <p:spPr>
              <a:xfrm>
                <a:off x="13235160" y="8009040"/>
                <a:ext cx="108000" cy="22212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84" name="Ink 83">
                <a:extLst>
                  <a:ext uri="{FF2B5EF4-FFF2-40B4-BE49-F238E27FC236}">
                    <a16:creationId xmlns:a16="http://schemas.microsoft.com/office/drawing/2014/main" id="{6B4AD27B-FAB3-97D2-1095-45A83B21E667}"/>
                  </a:ext>
                </a:extLst>
              </p14:cNvPr>
              <p14:cNvContentPartPr/>
              <p14:nvPr/>
            </p14:nvContentPartPr>
            <p14:xfrm>
              <a:off x="13105920" y="8101560"/>
              <a:ext cx="15840" cy="6120"/>
            </p14:xfrm>
          </p:contentPart>
        </mc:Choice>
        <mc:Fallback>
          <p:pic>
            <p:nvPicPr>
              <p:cNvPr id="84" name="Ink 83">
                <a:extLst>
                  <a:ext uri="{FF2B5EF4-FFF2-40B4-BE49-F238E27FC236}">
                    <a16:creationId xmlns:a16="http://schemas.microsoft.com/office/drawing/2014/main" id="{6B4AD27B-FAB3-97D2-1095-45A83B21E667}"/>
                  </a:ext>
                </a:extLst>
              </p:cNvPr>
              <p:cNvPicPr/>
              <p:nvPr/>
            </p:nvPicPr>
            <p:blipFill>
              <a:blip r:embed="rId95"/>
              <a:stretch>
                <a:fillRect/>
              </a:stretch>
            </p:blipFill>
            <p:spPr>
              <a:xfrm>
                <a:off x="13052280" y="7993560"/>
                <a:ext cx="123480" cy="22176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85" name="Ink 84">
                <a:extLst>
                  <a:ext uri="{FF2B5EF4-FFF2-40B4-BE49-F238E27FC236}">
                    <a16:creationId xmlns:a16="http://schemas.microsoft.com/office/drawing/2014/main" id="{96824A7F-6D40-4D04-979C-0995AA1EA732}"/>
                  </a:ext>
                </a:extLst>
              </p14:cNvPr>
              <p14:cNvContentPartPr/>
              <p14:nvPr/>
            </p14:nvContentPartPr>
            <p14:xfrm>
              <a:off x="13048320" y="8092560"/>
              <a:ext cx="28080" cy="360"/>
            </p14:xfrm>
          </p:contentPart>
        </mc:Choice>
        <mc:Fallback>
          <p:pic>
            <p:nvPicPr>
              <p:cNvPr id="85" name="Ink 84">
                <a:extLst>
                  <a:ext uri="{FF2B5EF4-FFF2-40B4-BE49-F238E27FC236}">
                    <a16:creationId xmlns:a16="http://schemas.microsoft.com/office/drawing/2014/main" id="{96824A7F-6D40-4D04-979C-0995AA1EA732}"/>
                  </a:ext>
                </a:extLst>
              </p:cNvPr>
              <p:cNvPicPr/>
              <p:nvPr/>
            </p:nvPicPr>
            <p:blipFill>
              <a:blip r:embed="rId19"/>
              <a:stretch>
                <a:fillRect/>
              </a:stretch>
            </p:blipFill>
            <p:spPr>
              <a:xfrm>
                <a:off x="12994680" y="7984560"/>
                <a:ext cx="1357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97">
            <p14:nvContentPartPr>
              <p14:cNvPr id="86" name="Ink 85">
                <a:extLst>
                  <a:ext uri="{FF2B5EF4-FFF2-40B4-BE49-F238E27FC236}">
                    <a16:creationId xmlns:a16="http://schemas.microsoft.com/office/drawing/2014/main" id="{80740604-03C6-6DC6-4C7D-7B3C200294E2}"/>
                  </a:ext>
                </a:extLst>
              </p14:cNvPr>
              <p14:cNvContentPartPr/>
              <p14:nvPr/>
            </p14:nvContentPartPr>
            <p14:xfrm>
              <a:off x="12999360" y="8092560"/>
              <a:ext cx="360" cy="360"/>
            </p14:xfrm>
          </p:contentPart>
        </mc:Choice>
        <mc:Fallback>
          <p:pic>
            <p:nvPicPr>
              <p:cNvPr id="86" name="Ink 85">
                <a:extLst>
                  <a:ext uri="{FF2B5EF4-FFF2-40B4-BE49-F238E27FC236}">
                    <a16:creationId xmlns:a16="http://schemas.microsoft.com/office/drawing/2014/main" id="{80740604-03C6-6DC6-4C7D-7B3C200294E2}"/>
                  </a:ext>
                </a:extLst>
              </p:cNvPr>
              <p:cNvPicPr/>
              <p:nvPr/>
            </p:nvPicPr>
            <p:blipFill>
              <a:blip r:embed="rId4"/>
              <a:stretch>
                <a:fillRect/>
              </a:stretch>
            </p:blipFill>
            <p:spPr>
              <a:xfrm>
                <a:off x="12945720" y="798456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87" name="Ink 86">
                <a:extLst>
                  <a:ext uri="{FF2B5EF4-FFF2-40B4-BE49-F238E27FC236}">
                    <a16:creationId xmlns:a16="http://schemas.microsoft.com/office/drawing/2014/main" id="{29B120EC-A0C5-8AD0-94EC-4D2A6073343E}"/>
                  </a:ext>
                </a:extLst>
              </p14:cNvPr>
              <p14:cNvContentPartPr/>
              <p14:nvPr/>
            </p14:nvContentPartPr>
            <p14:xfrm>
              <a:off x="13136520" y="8092560"/>
              <a:ext cx="56880" cy="360"/>
            </p14:xfrm>
          </p:contentPart>
        </mc:Choice>
        <mc:Fallback>
          <p:pic>
            <p:nvPicPr>
              <p:cNvPr id="87" name="Ink 86">
                <a:extLst>
                  <a:ext uri="{FF2B5EF4-FFF2-40B4-BE49-F238E27FC236}">
                    <a16:creationId xmlns:a16="http://schemas.microsoft.com/office/drawing/2014/main" id="{29B120EC-A0C5-8AD0-94EC-4D2A6073343E}"/>
                  </a:ext>
                </a:extLst>
              </p:cNvPr>
              <p:cNvPicPr/>
              <p:nvPr/>
            </p:nvPicPr>
            <p:blipFill>
              <a:blip r:embed="rId8"/>
              <a:stretch>
                <a:fillRect/>
              </a:stretch>
            </p:blipFill>
            <p:spPr>
              <a:xfrm>
                <a:off x="13082520" y="7984560"/>
                <a:ext cx="1645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99">
            <p14:nvContentPartPr>
              <p14:cNvPr id="88" name="Ink 87">
                <a:extLst>
                  <a:ext uri="{FF2B5EF4-FFF2-40B4-BE49-F238E27FC236}">
                    <a16:creationId xmlns:a16="http://schemas.microsoft.com/office/drawing/2014/main" id="{2BC686B2-F2C6-F300-6909-9878E974F90F}"/>
                  </a:ext>
                </a:extLst>
              </p14:cNvPr>
              <p14:cNvContentPartPr/>
              <p14:nvPr/>
            </p14:nvContentPartPr>
            <p14:xfrm>
              <a:off x="13243800" y="8092560"/>
              <a:ext cx="27360" cy="360"/>
            </p14:xfrm>
          </p:contentPart>
        </mc:Choice>
        <mc:Fallback>
          <p:pic>
            <p:nvPicPr>
              <p:cNvPr id="88" name="Ink 87">
                <a:extLst>
                  <a:ext uri="{FF2B5EF4-FFF2-40B4-BE49-F238E27FC236}">
                    <a16:creationId xmlns:a16="http://schemas.microsoft.com/office/drawing/2014/main" id="{2BC686B2-F2C6-F300-6909-9878E974F90F}"/>
                  </a:ext>
                </a:extLst>
              </p:cNvPr>
              <p:cNvPicPr/>
              <p:nvPr/>
            </p:nvPicPr>
            <p:blipFill>
              <a:blip r:embed="rId19"/>
              <a:stretch>
                <a:fillRect/>
              </a:stretch>
            </p:blipFill>
            <p:spPr>
              <a:xfrm>
                <a:off x="13189800" y="7984560"/>
                <a:ext cx="135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89" name="Ink 88">
                <a:extLst>
                  <a:ext uri="{FF2B5EF4-FFF2-40B4-BE49-F238E27FC236}">
                    <a16:creationId xmlns:a16="http://schemas.microsoft.com/office/drawing/2014/main" id="{84DF83E5-156F-022E-4388-9D0AE5D21B93}"/>
                  </a:ext>
                </a:extLst>
              </p14:cNvPr>
              <p14:cNvContentPartPr/>
              <p14:nvPr/>
            </p14:nvContentPartPr>
            <p14:xfrm>
              <a:off x="13350360" y="8092560"/>
              <a:ext cx="88200" cy="360"/>
            </p14:xfrm>
          </p:contentPart>
        </mc:Choice>
        <mc:Fallback>
          <p:pic>
            <p:nvPicPr>
              <p:cNvPr id="89" name="Ink 88">
                <a:extLst>
                  <a:ext uri="{FF2B5EF4-FFF2-40B4-BE49-F238E27FC236}">
                    <a16:creationId xmlns:a16="http://schemas.microsoft.com/office/drawing/2014/main" id="{84DF83E5-156F-022E-4388-9D0AE5D21B93}"/>
                  </a:ext>
                </a:extLst>
              </p:cNvPr>
              <p:cNvPicPr/>
              <p:nvPr/>
            </p:nvPicPr>
            <p:blipFill>
              <a:blip r:embed="rId13"/>
              <a:stretch>
                <a:fillRect/>
              </a:stretch>
            </p:blipFill>
            <p:spPr>
              <a:xfrm>
                <a:off x="13296360" y="7984560"/>
                <a:ext cx="19584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01">
            <p14:nvContentPartPr>
              <p14:cNvPr id="90" name="Ink 89">
                <a:extLst>
                  <a:ext uri="{FF2B5EF4-FFF2-40B4-BE49-F238E27FC236}">
                    <a16:creationId xmlns:a16="http://schemas.microsoft.com/office/drawing/2014/main" id="{70E3A1A0-75B2-C481-3243-285EBF5184B7}"/>
                  </a:ext>
                </a:extLst>
              </p14:cNvPr>
              <p14:cNvContentPartPr/>
              <p14:nvPr/>
            </p14:nvContentPartPr>
            <p14:xfrm>
              <a:off x="13578960" y="8077080"/>
              <a:ext cx="65520" cy="360"/>
            </p14:xfrm>
          </p:contentPart>
        </mc:Choice>
        <mc:Fallback>
          <p:pic>
            <p:nvPicPr>
              <p:cNvPr id="90" name="Ink 89">
                <a:extLst>
                  <a:ext uri="{FF2B5EF4-FFF2-40B4-BE49-F238E27FC236}">
                    <a16:creationId xmlns:a16="http://schemas.microsoft.com/office/drawing/2014/main" id="{70E3A1A0-75B2-C481-3243-285EBF5184B7}"/>
                  </a:ext>
                </a:extLst>
              </p:cNvPr>
              <p:cNvPicPr/>
              <p:nvPr/>
            </p:nvPicPr>
            <p:blipFill>
              <a:blip r:embed="rId6"/>
              <a:stretch>
                <a:fillRect/>
              </a:stretch>
            </p:blipFill>
            <p:spPr>
              <a:xfrm>
                <a:off x="13524960" y="7969080"/>
                <a:ext cx="1731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91" name="Ink 90">
                <a:extLst>
                  <a:ext uri="{FF2B5EF4-FFF2-40B4-BE49-F238E27FC236}">
                    <a16:creationId xmlns:a16="http://schemas.microsoft.com/office/drawing/2014/main" id="{02FFB090-CD6A-F290-B9E4-458A9BD3E8F5}"/>
                  </a:ext>
                </a:extLst>
              </p14:cNvPr>
              <p14:cNvContentPartPr/>
              <p14:nvPr/>
            </p14:nvContentPartPr>
            <p14:xfrm>
              <a:off x="13761480" y="8077080"/>
              <a:ext cx="28080" cy="360"/>
            </p14:xfrm>
          </p:contentPart>
        </mc:Choice>
        <mc:Fallback>
          <p:pic>
            <p:nvPicPr>
              <p:cNvPr id="91" name="Ink 90">
                <a:extLst>
                  <a:ext uri="{FF2B5EF4-FFF2-40B4-BE49-F238E27FC236}">
                    <a16:creationId xmlns:a16="http://schemas.microsoft.com/office/drawing/2014/main" id="{02FFB090-CD6A-F290-B9E4-458A9BD3E8F5}"/>
                  </a:ext>
                </a:extLst>
              </p:cNvPr>
              <p:cNvPicPr/>
              <p:nvPr/>
            </p:nvPicPr>
            <p:blipFill>
              <a:blip r:embed="rId19"/>
              <a:stretch>
                <a:fillRect/>
              </a:stretch>
            </p:blipFill>
            <p:spPr>
              <a:xfrm>
                <a:off x="13707480" y="7969080"/>
                <a:ext cx="1357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03">
            <p14:nvContentPartPr>
              <p14:cNvPr id="92" name="Ink 91">
                <a:extLst>
                  <a:ext uri="{FF2B5EF4-FFF2-40B4-BE49-F238E27FC236}">
                    <a16:creationId xmlns:a16="http://schemas.microsoft.com/office/drawing/2014/main" id="{EE5A0DC7-583D-04C8-D839-57EB9D61ED70}"/>
                  </a:ext>
                </a:extLst>
              </p14:cNvPr>
              <p14:cNvContentPartPr/>
              <p14:nvPr/>
            </p14:nvContentPartPr>
            <p14:xfrm>
              <a:off x="13852920" y="8077080"/>
              <a:ext cx="65880" cy="360"/>
            </p14:xfrm>
          </p:contentPart>
        </mc:Choice>
        <mc:Fallback>
          <p:pic>
            <p:nvPicPr>
              <p:cNvPr id="92" name="Ink 91">
                <a:extLst>
                  <a:ext uri="{FF2B5EF4-FFF2-40B4-BE49-F238E27FC236}">
                    <a16:creationId xmlns:a16="http://schemas.microsoft.com/office/drawing/2014/main" id="{EE5A0DC7-583D-04C8-D839-57EB9D61ED70}"/>
                  </a:ext>
                </a:extLst>
              </p:cNvPr>
              <p:cNvPicPr/>
              <p:nvPr/>
            </p:nvPicPr>
            <p:blipFill>
              <a:blip r:embed="rId6"/>
              <a:stretch>
                <a:fillRect/>
              </a:stretch>
            </p:blipFill>
            <p:spPr>
              <a:xfrm>
                <a:off x="13799280" y="7969080"/>
                <a:ext cx="1735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93" name="Ink 92">
                <a:extLst>
                  <a:ext uri="{FF2B5EF4-FFF2-40B4-BE49-F238E27FC236}">
                    <a16:creationId xmlns:a16="http://schemas.microsoft.com/office/drawing/2014/main" id="{4B277F31-9466-94D9-19E8-05C93D3AFA40}"/>
                  </a:ext>
                </a:extLst>
              </p14:cNvPr>
              <p14:cNvContentPartPr/>
              <p14:nvPr/>
            </p14:nvContentPartPr>
            <p14:xfrm>
              <a:off x="13990080" y="8077080"/>
              <a:ext cx="360" cy="360"/>
            </p14:xfrm>
          </p:contentPart>
        </mc:Choice>
        <mc:Fallback>
          <p:pic>
            <p:nvPicPr>
              <p:cNvPr id="93" name="Ink 92">
                <a:extLst>
                  <a:ext uri="{FF2B5EF4-FFF2-40B4-BE49-F238E27FC236}">
                    <a16:creationId xmlns:a16="http://schemas.microsoft.com/office/drawing/2014/main" id="{4B277F31-9466-94D9-19E8-05C93D3AFA40}"/>
                  </a:ext>
                </a:extLst>
              </p:cNvPr>
              <p:cNvPicPr/>
              <p:nvPr/>
            </p:nvPicPr>
            <p:blipFill>
              <a:blip r:embed="rId4"/>
              <a:stretch>
                <a:fillRect/>
              </a:stretch>
            </p:blipFill>
            <p:spPr>
              <a:xfrm>
                <a:off x="13936440" y="796908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05">
            <p14:nvContentPartPr>
              <p14:cNvPr id="94" name="Ink 93">
                <a:extLst>
                  <a:ext uri="{FF2B5EF4-FFF2-40B4-BE49-F238E27FC236}">
                    <a16:creationId xmlns:a16="http://schemas.microsoft.com/office/drawing/2014/main" id="{91953E7F-B3DD-AC5E-5962-F65C68EBBBB8}"/>
                  </a:ext>
                </a:extLst>
              </p14:cNvPr>
              <p14:cNvContentPartPr/>
              <p14:nvPr/>
            </p14:nvContentPartPr>
            <p14:xfrm>
              <a:off x="14005200" y="8077080"/>
              <a:ext cx="33840" cy="360"/>
            </p14:xfrm>
          </p:contentPart>
        </mc:Choice>
        <mc:Fallback>
          <p:pic>
            <p:nvPicPr>
              <p:cNvPr id="94" name="Ink 93">
                <a:extLst>
                  <a:ext uri="{FF2B5EF4-FFF2-40B4-BE49-F238E27FC236}">
                    <a16:creationId xmlns:a16="http://schemas.microsoft.com/office/drawing/2014/main" id="{91953E7F-B3DD-AC5E-5962-F65C68EBBBB8}"/>
                  </a:ext>
                </a:extLst>
              </p:cNvPr>
              <p:cNvPicPr/>
              <p:nvPr/>
            </p:nvPicPr>
            <p:blipFill>
              <a:blip r:embed="rId15"/>
              <a:stretch>
                <a:fillRect/>
              </a:stretch>
            </p:blipFill>
            <p:spPr>
              <a:xfrm>
                <a:off x="13951200" y="7969080"/>
                <a:ext cx="14148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95" name="Ink 94">
                <a:extLst>
                  <a:ext uri="{FF2B5EF4-FFF2-40B4-BE49-F238E27FC236}">
                    <a16:creationId xmlns:a16="http://schemas.microsoft.com/office/drawing/2014/main" id="{6872CB35-190B-F8D0-B5D4-6E1824D4ECCB}"/>
                  </a:ext>
                </a:extLst>
              </p14:cNvPr>
              <p14:cNvContentPartPr/>
              <p14:nvPr/>
            </p14:nvContentPartPr>
            <p14:xfrm>
              <a:off x="14127240" y="8077080"/>
              <a:ext cx="6480" cy="360"/>
            </p14:xfrm>
          </p:contentPart>
        </mc:Choice>
        <mc:Fallback>
          <p:pic>
            <p:nvPicPr>
              <p:cNvPr id="95" name="Ink 94">
                <a:extLst>
                  <a:ext uri="{FF2B5EF4-FFF2-40B4-BE49-F238E27FC236}">
                    <a16:creationId xmlns:a16="http://schemas.microsoft.com/office/drawing/2014/main" id="{6872CB35-190B-F8D0-B5D4-6E1824D4ECCB}"/>
                  </a:ext>
                </a:extLst>
              </p:cNvPr>
              <p:cNvPicPr/>
              <p:nvPr/>
            </p:nvPicPr>
            <p:blipFill>
              <a:blip r:embed="rId42"/>
              <a:stretch>
                <a:fillRect/>
              </a:stretch>
            </p:blipFill>
            <p:spPr>
              <a:xfrm>
                <a:off x="14073240" y="7969080"/>
                <a:ext cx="1141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07">
            <p14:nvContentPartPr>
              <p14:cNvPr id="96" name="Ink 95">
                <a:extLst>
                  <a:ext uri="{FF2B5EF4-FFF2-40B4-BE49-F238E27FC236}">
                    <a16:creationId xmlns:a16="http://schemas.microsoft.com/office/drawing/2014/main" id="{97D9B77D-8C6F-F6D5-28DA-0DC31095B6E2}"/>
                  </a:ext>
                </a:extLst>
              </p14:cNvPr>
              <p14:cNvContentPartPr/>
              <p14:nvPr/>
            </p14:nvContentPartPr>
            <p14:xfrm>
              <a:off x="14142720" y="8077080"/>
              <a:ext cx="360" cy="360"/>
            </p14:xfrm>
          </p:contentPart>
        </mc:Choice>
        <mc:Fallback>
          <p:pic>
            <p:nvPicPr>
              <p:cNvPr id="96" name="Ink 95">
                <a:extLst>
                  <a:ext uri="{FF2B5EF4-FFF2-40B4-BE49-F238E27FC236}">
                    <a16:creationId xmlns:a16="http://schemas.microsoft.com/office/drawing/2014/main" id="{97D9B77D-8C6F-F6D5-28DA-0DC31095B6E2}"/>
                  </a:ext>
                </a:extLst>
              </p:cNvPr>
              <p:cNvPicPr/>
              <p:nvPr/>
            </p:nvPicPr>
            <p:blipFill>
              <a:blip r:embed="rId4"/>
              <a:stretch>
                <a:fillRect/>
              </a:stretch>
            </p:blipFill>
            <p:spPr>
              <a:xfrm>
                <a:off x="14089080" y="7969080"/>
                <a:ext cx="108000" cy="216000"/>
              </a:xfrm>
              <a:prstGeom prst="rect">
                <a:avLst/>
              </a:prstGeom>
            </p:spPr>
          </p:pic>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7568" y="430173"/>
            <a:ext cx="8303538" cy="488871"/>
          </a:xfrm>
          <a:prstGeom prst="rect">
            <a:avLst/>
          </a:prstGeom>
          <a:noFill/>
          <a:ln/>
        </p:spPr>
        <p:txBody>
          <a:bodyPr wrap="none" lIns="0" tIns="0" rIns="0" bIns="0" rtlCol="0" anchor="t"/>
          <a:lstStyle/>
          <a:p>
            <a:pPr marL="0" indent="0" algn="l">
              <a:lnSpc>
                <a:spcPts val="3800"/>
              </a:lnSpc>
              <a:buNone/>
            </a:pPr>
            <a:r>
              <a:rPr lang="en-US" sz="3050" dirty="0">
                <a:solidFill>
                  <a:srgbClr val="FFFFFF"/>
                </a:solidFill>
                <a:latin typeface="Saira Medium" pitchFamily="34" charset="0"/>
                <a:ea typeface="Saira Medium" pitchFamily="34" charset="-122"/>
                <a:cs typeface="Saira Medium" pitchFamily="34" charset="-120"/>
              </a:rPr>
              <a:t>Machine Learning Models Powering Detection</a:t>
            </a:r>
            <a:endParaRPr lang="en-US" sz="3050" dirty="0"/>
          </a:p>
        </p:txBody>
      </p:sp>
      <p:sp>
        <p:nvSpPr>
          <p:cNvPr id="3" name="Text 1"/>
          <p:cNvSpPr/>
          <p:nvPr/>
        </p:nvSpPr>
        <p:spPr>
          <a:xfrm>
            <a:off x="547568" y="1294447"/>
            <a:ext cx="6576774" cy="2948345"/>
          </a:xfrm>
          <a:prstGeom prst="rect">
            <a:avLst/>
          </a:prstGeom>
          <a:noFill/>
          <a:ln/>
        </p:spPr>
        <p:txBody>
          <a:bodyPr wrap="square" lIns="0" tIns="0" rIns="0" bIns="0" rtlCol="0" anchor="t"/>
          <a:lstStyle/>
          <a:p>
            <a:pPr marL="0" indent="0" algn="l">
              <a:lnSpc>
                <a:spcPts val="1950"/>
              </a:lnSpc>
              <a:buNone/>
            </a:pPr>
            <a:r>
              <a:rPr lang="en-US" sz="2000" dirty="0">
                <a:solidFill>
                  <a:srgbClr val="E5E0DF"/>
                </a:solidFill>
                <a:ea typeface="Roboto" pitchFamily="34" charset="-122"/>
                <a:cs typeface="Roboto" pitchFamily="34" charset="-120"/>
              </a:rPr>
              <a:t>The evolution of machine learning has dramatically enhanced the capabilities of fake news detection systems. Early models laid the groundwork, but recent advancements in deep learning have truly revolutionized the field.</a:t>
            </a:r>
            <a:endParaRPr lang="en-US" sz="2000" dirty="0"/>
          </a:p>
        </p:txBody>
      </p:sp>
      <p:sp>
        <p:nvSpPr>
          <p:cNvPr id="4" name="Text 2"/>
          <p:cNvSpPr/>
          <p:nvPr/>
        </p:nvSpPr>
        <p:spPr>
          <a:xfrm>
            <a:off x="539949" y="2532044"/>
            <a:ext cx="6576774" cy="1001078"/>
          </a:xfrm>
          <a:prstGeom prst="rect">
            <a:avLst/>
          </a:prstGeom>
          <a:noFill/>
          <a:ln/>
        </p:spPr>
        <p:txBody>
          <a:bodyPr wrap="square" lIns="0" tIns="0" rIns="0" bIns="0" rtlCol="0" anchor="t"/>
          <a:lstStyle/>
          <a:p>
            <a:pPr marL="342900" indent="-342900" algn="l">
              <a:lnSpc>
                <a:spcPts val="1950"/>
              </a:lnSpc>
              <a:buSzPct val="100000"/>
              <a:buFont typeface="Arial" panose="020B0604020202020204" pitchFamily="34" charset="0"/>
              <a:buChar char="•"/>
            </a:pPr>
            <a:r>
              <a:rPr lang="en-US" sz="2000" b="1" dirty="0">
                <a:solidFill>
                  <a:srgbClr val="E5E0DF"/>
                </a:solidFill>
                <a:ea typeface="Roboto" pitchFamily="34" charset="-122"/>
                <a:cs typeface="Roboto" pitchFamily="34" charset="-120"/>
              </a:rPr>
              <a:t>Traditional Models:</a:t>
            </a:r>
            <a:r>
              <a:rPr lang="en-US" sz="2000" dirty="0">
                <a:solidFill>
                  <a:srgbClr val="E5E0DF"/>
                </a:solidFill>
                <a:ea typeface="Roboto" pitchFamily="34" charset="-122"/>
                <a:cs typeface="Roboto" pitchFamily="34" charset="-120"/>
              </a:rPr>
              <a:t> Algorithms like Logistic Regression and Support Vector Machines (SVMs) analyze features extracted from text, such as word frequency and n-grams. They typically achieve </a:t>
            </a:r>
            <a:r>
              <a:rPr lang="en-US" sz="2000" dirty="0">
                <a:solidFill>
                  <a:srgbClr val="FC8337"/>
                </a:solidFill>
                <a:ea typeface="Roboto" pitchFamily="34" charset="-122"/>
                <a:cs typeface="Roboto" pitchFamily="34" charset="-120"/>
              </a:rPr>
              <a:t>85-90% accuracy</a:t>
            </a:r>
            <a:r>
              <a:rPr lang="en-US" sz="2000" dirty="0">
                <a:solidFill>
                  <a:srgbClr val="E5E0DF"/>
                </a:solidFill>
                <a:ea typeface="Roboto" pitchFamily="34" charset="-122"/>
                <a:cs typeface="Roboto" pitchFamily="34" charset="-120"/>
              </a:rPr>
              <a:t>, performing well on structured data but struggling with subtle linguistic nuances.</a:t>
            </a:r>
            <a:endParaRPr lang="en-US" sz="2000" dirty="0"/>
          </a:p>
        </p:txBody>
      </p:sp>
      <p:sp>
        <p:nvSpPr>
          <p:cNvPr id="5" name="Text 3"/>
          <p:cNvSpPr/>
          <p:nvPr/>
        </p:nvSpPr>
        <p:spPr>
          <a:xfrm>
            <a:off x="539949" y="3929182"/>
            <a:ext cx="6576774" cy="1709618"/>
          </a:xfrm>
          <a:prstGeom prst="rect">
            <a:avLst/>
          </a:prstGeom>
          <a:noFill/>
          <a:ln/>
        </p:spPr>
        <p:txBody>
          <a:bodyPr wrap="square" lIns="0" tIns="0" rIns="0" bIns="0" rtlCol="0" anchor="t"/>
          <a:lstStyle/>
          <a:p>
            <a:pPr marL="342900" indent="-342900" algn="l">
              <a:lnSpc>
                <a:spcPts val="1950"/>
              </a:lnSpc>
              <a:buSzPct val="100000"/>
              <a:buFont typeface="Arial" panose="020B0604020202020204" pitchFamily="34" charset="0"/>
              <a:buChar char="•"/>
            </a:pPr>
            <a:r>
              <a:rPr lang="en-US" sz="2000" b="1" dirty="0">
                <a:solidFill>
                  <a:srgbClr val="E5E0DF"/>
                </a:solidFill>
                <a:ea typeface="Roboto" pitchFamily="34" charset="-122"/>
                <a:cs typeface="Roboto" pitchFamily="34" charset="-120"/>
              </a:rPr>
              <a:t>Deep Learning Advances:</a:t>
            </a:r>
            <a:r>
              <a:rPr lang="en-US" sz="2000" dirty="0">
                <a:solidFill>
                  <a:srgbClr val="E5E0DF"/>
                </a:solidFill>
                <a:ea typeface="Roboto" pitchFamily="34" charset="-122"/>
                <a:cs typeface="Roboto" pitchFamily="34" charset="-120"/>
              </a:rPr>
              <a:t> Recurrent Neural Networks (RNNs), especially Long Short-Term Memory (LSTM) networks, and more recently, Transformer models, have pushed accuracy to </a:t>
            </a:r>
            <a:r>
              <a:rPr lang="en-US" sz="2000" dirty="0">
                <a:solidFill>
                  <a:srgbClr val="FC8337"/>
                </a:solidFill>
                <a:ea typeface="Roboto" pitchFamily="34" charset="-122"/>
                <a:cs typeface="Roboto" pitchFamily="34" charset="-120"/>
              </a:rPr>
              <a:t>92%+.</a:t>
            </a:r>
            <a:r>
              <a:rPr lang="en-US" sz="2000" dirty="0">
                <a:solidFill>
                  <a:srgbClr val="E5E0DF"/>
                </a:solidFill>
                <a:ea typeface="Roboto" pitchFamily="34" charset="-122"/>
                <a:cs typeface="Roboto" pitchFamily="34" charset="-120"/>
              </a:rPr>
              <a:t> These models excel at understanding context, sequential information, and complex linguistic patterns, making them highly effective against sophisticated fake news.</a:t>
            </a:r>
            <a:endParaRPr lang="en-US" sz="2000" dirty="0"/>
          </a:p>
        </p:txBody>
      </p:sp>
      <p:pic>
        <p:nvPicPr>
          <p:cNvPr id="6" name="Image 0" descr="preencoded.png"/>
          <p:cNvPicPr>
            <a:picLocks noChangeAspect="1"/>
          </p:cNvPicPr>
          <p:nvPr/>
        </p:nvPicPr>
        <p:blipFill>
          <a:blip r:embed="rId3"/>
          <a:stretch>
            <a:fillRect/>
          </a:stretch>
        </p:blipFill>
        <p:spPr>
          <a:xfrm>
            <a:off x="7742277" y="1152479"/>
            <a:ext cx="6888123" cy="7008183"/>
          </a:xfrm>
          <a:prstGeom prst="rect">
            <a:avLst/>
          </a:prstGeom>
        </p:spPr>
      </p:pic>
      <p:pic>
        <p:nvPicPr>
          <p:cNvPr id="8" name="Image 1" descr="preencoded.png"/>
          <p:cNvPicPr>
            <a:picLocks noChangeAspect="1"/>
          </p:cNvPicPr>
          <p:nvPr/>
        </p:nvPicPr>
        <p:blipFill>
          <a:blip r:embed="rId4"/>
          <a:stretch>
            <a:fillRect/>
          </a:stretch>
        </p:blipFill>
        <p:spPr>
          <a:xfrm>
            <a:off x="704017" y="8492252"/>
            <a:ext cx="195501" cy="156448"/>
          </a:xfrm>
          <a:prstGeom prst="rect">
            <a:avLst/>
          </a:prstGeom>
        </p:spPr>
      </p:pic>
      <p:sp>
        <p:nvSpPr>
          <p:cNvPr id="9" name="Text 5"/>
          <p:cNvSpPr/>
          <p:nvPr/>
        </p:nvSpPr>
        <p:spPr>
          <a:xfrm>
            <a:off x="1055965" y="8453914"/>
            <a:ext cx="12870418" cy="500539"/>
          </a:xfrm>
          <a:prstGeom prst="rect">
            <a:avLst/>
          </a:prstGeom>
          <a:noFill/>
          <a:ln/>
        </p:spPr>
        <p:txBody>
          <a:bodyPr wrap="square" lIns="0" tIns="0" rIns="0" bIns="0" rtlCol="0" anchor="t"/>
          <a:lstStyle/>
          <a:p>
            <a:pPr marL="0" indent="0" algn="l">
              <a:lnSpc>
                <a:spcPts val="1950"/>
              </a:lnSpc>
              <a:buNone/>
            </a:pPr>
            <a:r>
              <a:rPr lang="en-US" sz="1200" dirty="0">
                <a:solidFill>
                  <a:srgbClr val="FFFFFF"/>
                </a:solidFill>
                <a:latin typeface="Roboto" pitchFamily="34" charset="0"/>
                <a:ea typeface="Roboto" pitchFamily="34" charset="-122"/>
                <a:cs typeface="Roboto" pitchFamily="34" charset="-120"/>
              </a:rPr>
              <a:t>Example: LSTM models, by processing words in sequence, can detect subtle shifts in tone or narrative inconsistencies that traditional methods might miss, leading to superior performance in capturing the essence of misleading articles.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76989" y="753904"/>
            <a:ext cx="12631341" cy="604480"/>
          </a:xfrm>
          <a:prstGeom prst="rect">
            <a:avLst/>
          </a:prstGeom>
          <a:noFill/>
          <a:ln/>
        </p:spPr>
        <p:txBody>
          <a:bodyPr wrap="none" lIns="0" tIns="0" rIns="0" bIns="0" rtlCol="0" anchor="t"/>
          <a:lstStyle/>
          <a:p>
            <a:pPr marL="0" indent="0" algn="l">
              <a:lnSpc>
                <a:spcPts val="4750"/>
              </a:lnSpc>
              <a:buNone/>
            </a:pPr>
            <a:r>
              <a:rPr lang="en-US" sz="3800" dirty="0">
                <a:solidFill>
                  <a:srgbClr val="FFFFFF"/>
                </a:solidFill>
                <a:latin typeface="Saira Medium" pitchFamily="34" charset="0"/>
                <a:ea typeface="Saira Medium" pitchFamily="34" charset="-122"/>
                <a:cs typeface="Saira Medium" pitchFamily="34" charset="-120"/>
              </a:rPr>
              <a:t>Real-World Example: Detecting a Fake Cancer Cure News</a:t>
            </a:r>
            <a:endParaRPr lang="en-US" sz="3800" dirty="0"/>
          </a:p>
        </p:txBody>
      </p:sp>
      <p:pic>
        <p:nvPicPr>
          <p:cNvPr id="3" name="Image 0" descr="preencoded.png"/>
          <p:cNvPicPr>
            <a:picLocks noChangeAspect="1"/>
          </p:cNvPicPr>
          <p:nvPr/>
        </p:nvPicPr>
        <p:blipFill>
          <a:blip r:embed="rId3"/>
          <a:stretch>
            <a:fillRect/>
          </a:stretch>
        </p:blipFill>
        <p:spPr>
          <a:xfrm>
            <a:off x="676989" y="2035373"/>
            <a:ext cx="6541532" cy="1143000"/>
          </a:xfrm>
          <a:prstGeom prst="rect">
            <a:avLst/>
          </a:prstGeom>
        </p:spPr>
      </p:pic>
      <p:sp>
        <p:nvSpPr>
          <p:cNvPr id="4" name="Text 1"/>
          <p:cNvSpPr/>
          <p:nvPr/>
        </p:nvSpPr>
        <p:spPr>
          <a:xfrm>
            <a:off x="870347" y="2809042"/>
            <a:ext cx="2719387" cy="302181"/>
          </a:xfrm>
          <a:prstGeom prst="rect">
            <a:avLst/>
          </a:prstGeom>
          <a:noFill/>
          <a:ln/>
        </p:spPr>
        <p:txBody>
          <a:bodyPr wrap="none" lIns="0" tIns="0" rIns="0" bIns="0" rtlCol="0" anchor="t"/>
          <a:lstStyle/>
          <a:p>
            <a:pPr marL="0" indent="0" algn="l">
              <a:lnSpc>
                <a:spcPts val="2350"/>
              </a:lnSpc>
              <a:buNone/>
            </a:pPr>
            <a:r>
              <a:rPr lang="en-US" sz="1900" dirty="0">
                <a:solidFill>
                  <a:srgbClr val="E5E0DF"/>
                </a:solidFill>
                <a:latin typeface="Saira Medium" pitchFamily="34" charset="0"/>
                <a:ea typeface="Saira Medium" pitchFamily="34" charset="-122"/>
                <a:cs typeface="Saira Medium" pitchFamily="34" charset="-120"/>
              </a:rPr>
              <a:t>Topic Modeling Red Flag</a:t>
            </a:r>
            <a:endParaRPr lang="en-US" sz="1900" dirty="0"/>
          </a:p>
        </p:txBody>
      </p:sp>
      <p:sp>
        <p:nvSpPr>
          <p:cNvPr id="5" name="Text 2"/>
          <p:cNvSpPr/>
          <p:nvPr/>
        </p:nvSpPr>
        <p:spPr>
          <a:xfrm>
            <a:off x="870347" y="3227189"/>
            <a:ext cx="6154817" cy="928687"/>
          </a:xfrm>
          <a:prstGeom prst="rect">
            <a:avLst/>
          </a:prstGeom>
          <a:noFill/>
          <a:ln/>
        </p:spPr>
        <p:txBody>
          <a:bodyPr wrap="square" lIns="0" tIns="0" rIns="0" bIns="0" rtlCol="0" anchor="t"/>
          <a:lstStyle/>
          <a:p>
            <a:pPr marL="0" indent="0" algn="l">
              <a:lnSpc>
                <a:spcPts val="2400"/>
              </a:lnSpc>
              <a:buNone/>
            </a:pPr>
            <a:r>
              <a:rPr lang="en-US" sz="1500" dirty="0">
                <a:solidFill>
                  <a:srgbClr val="E5E0DF"/>
                </a:solidFill>
                <a:latin typeface="Roboto" pitchFamily="34" charset="0"/>
                <a:ea typeface="Roboto" pitchFamily="34" charset="-122"/>
                <a:cs typeface="Roboto" pitchFamily="34" charset="-120"/>
              </a:rPr>
              <a:t>A news article claims "Coffee Beans Cure All Cancers." Topic Modeling identifies "Cancer Cure" as a highly unusual and unrelated topic for a news source that primarily covers coffee-related agricultural reports.</a:t>
            </a:r>
            <a:endParaRPr lang="en-US" sz="1500" dirty="0"/>
          </a:p>
        </p:txBody>
      </p:sp>
      <p:pic>
        <p:nvPicPr>
          <p:cNvPr id="6" name="Image 1" descr="preencoded.png"/>
          <p:cNvPicPr>
            <a:picLocks noChangeAspect="1"/>
          </p:cNvPicPr>
          <p:nvPr/>
        </p:nvPicPr>
        <p:blipFill>
          <a:blip r:embed="rId3"/>
          <a:stretch>
            <a:fillRect/>
          </a:stretch>
        </p:blipFill>
        <p:spPr>
          <a:xfrm>
            <a:off x="7411879" y="1745218"/>
            <a:ext cx="6541532" cy="1143000"/>
          </a:xfrm>
          <a:prstGeom prst="rect">
            <a:avLst/>
          </a:prstGeom>
        </p:spPr>
      </p:pic>
      <p:sp>
        <p:nvSpPr>
          <p:cNvPr id="7" name="Text 3"/>
          <p:cNvSpPr/>
          <p:nvPr/>
        </p:nvSpPr>
        <p:spPr>
          <a:xfrm>
            <a:off x="7605236" y="2518886"/>
            <a:ext cx="2657237" cy="302181"/>
          </a:xfrm>
          <a:prstGeom prst="rect">
            <a:avLst/>
          </a:prstGeom>
          <a:noFill/>
          <a:ln/>
        </p:spPr>
        <p:txBody>
          <a:bodyPr wrap="none" lIns="0" tIns="0" rIns="0" bIns="0" rtlCol="0" anchor="t"/>
          <a:lstStyle/>
          <a:p>
            <a:pPr marL="0" indent="0" algn="l">
              <a:lnSpc>
                <a:spcPts val="2350"/>
              </a:lnSpc>
              <a:buNone/>
            </a:pPr>
            <a:r>
              <a:rPr lang="en-US" sz="1900" dirty="0">
                <a:solidFill>
                  <a:srgbClr val="E5E0DF"/>
                </a:solidFill>
                <a:latin typeface="Saira Medium" pitchFamily="34" charset="0"/>
                <a:ea typeface="Saira Medium" pitchFamily="34" charset="-122"/>
                <a:cs typeface="Saira Medium" pitchFamily="34" charset="-120"/>
              </a:rPr>
              <a:t>NER Verification Failure</a:t>
            </a:r>
            <a:endParaRPr lang="en-US" sz="1900" dirty="0"/>
          </a:p>
        </p:txBody>
      </p:sp>
      <p:sp>
        <p:nvSpPr>
          <p:cNvPr id="8" name="Text 4"/>
          <p:cNvSpPr/>
          <p:nvPr/>
        </p:nvSpPr>
        <p:spPr>
          <a:xfrm>
            <a:off x="7605236" y="2937034"/>
            <a:ext cx="6154817" cy="1238250"/>
          </a:xfrm>
          <a:prstGeom prst="rect">
            <a:avLst/>
          </a:prstGeom>
          <a:noFill/>
          <a:ln/>
        </p:spPr>
        <p:txBody>
          <a:bodyPr wrap="square" lIns="0" tIns="0" rIns="0" bIns="0" rtlCol="0" anchor="t"/>
          <a:lstStyle/>
          <a:p>
            <a:pPr marL="0" indent="0" algn="l">
              <a:lnSpc>
                <a:spcPts val="2400"/>
              </a:lnSpc>
              <a:buNone/>
            </a:pPr>
            <a:r>
              <a:rPr lang="en-US" sz="1500" dirty="0">
                <a:solidFill>
                  <a:srgbClr val="E5E0DF"/>
                </a:solidFill>
                <a:latin typeface="Roboto" pitchFamily="34" charset="0"/>
                <a:ea typeface="Roboto" pitchFamily="34" charset="-122"/>
                <a:cs typeface="Roboto" pitchFamily="34" charset="-120"/>
              </a:rPr>
              <a:t>Named Entity Recognition (NER) extracts the names of "Dr. Elixir" and the "Universal Health Institute." A quick cross-reference reveals no such recognized medical professional or accredited institution exists, indicating fabricated sources.</a:t>
            </a:r>
            <a:endParaRPr lang="en-US" sz="1500" dirty="0"/>
          </a:p>
        </p:txBody>
      </p:sp>
      <p:pic>
        <p:nvPicPr>
          <p:cNvPr id="9" name="Image 2" descr="preencoded.png"/>
          <p:cNvPicPr>
            <a:picLocks noChangeAspect="1"/>
          </p:cNvPicPr>
          <p:nvPr/>
        </p:nvPicPr>
        <p:blipFill>
          <a:blip r:embed="rId3"/>
          <a:stretch>
            <a:fillRect/>
          </a:stretch>
        </p:blipFill>
        <p:spPr>
          <a:xfrm>
            <a:off x="676989" y="4852154"/>
            <a:ext cx="6541532" cy="1143000"/>
          </a:xfrm>
          <a:prstGeom prst="rect">
            <a:avLst/>
          </a:prstGeom>
        </p:spPr>
      </p:pic>
      <p:sp>
        <p:nvSpPr>
          <p:cNvPr id="10" name="Text 5"/>
          <p:cNvSpPr/>
          <p:nvPr/>
        </p:nvSpPr>
        <p:spPr>
          <a:xfrm>
            <a:off x="870347" y="5625822"/>
            <a:ext cx="4819293" cy="302181"/>
          </a:xfrm>
          <a:prstGeom prst="rect">
            <a:avLst/>
          </a:prstGeom>
          <a:noFill/>
          <a:ln/>
        </p:spPr>
        <p:txBody>
          <a:bodyPr wrap="none" lIns="0" tIns="0" rIns="0" bIns="0" rtlCol="0" anchor="t"/>
          <a:lstStyle/>
          <a:p>
            <a:pPr marL="0" indent="0" algn="l">
              <a:lnSpc>
                <a:spcPts val="2350"/>
              </a:lnSpc>
              <a:buNone/>
            </a:pPr>
            <a:r>
              <a:rPr lang="en-US" sz="1900" dirty="0">
                <a:solidFill>
                  <a:srgbClr val="E5E0DF"/>
                </a:solidFill>
                <a:latin typeface="Saira Medium" pitchFamily="34" charset="0"/>
                <a:ea typeface="Saira Medium" pitchFamily="34" charset="-122"/>
                <a:cs typeface="Saira Medium" pitchFamily="34" charset="-120"/>
              </a:rPr>
              <a:t>Sentiment Analysis Uncovers Manipulation</a:t>
            </a:r>
            <a:endParaRPr lang="en-US" sz="1900" dirty="0"/>
          </a:p>
        </p:txBody>
      </p:sp>
      <p:sp>
        <p:nvSpPr>
          <p:cNvPr id="11" name="Text 6"/>
          <p:cNvSpPr/>
          <p:nvPr/>
        </p:nvSpPr>
        <p:spPr>
          <a:xfrm>
            <a:off x="870347" y="6043970"/>
            <a:ext cx="6154817" cy="1238250"/>
          </a:xfrm>
          <a:prstGeom prst="rect">
            <a:avLst/>
          </a:prstGeom>
          <a:noFill/>
          <a:ln/>
        </p:spPr>
        <p:txBody>
          <a:bodyPr wrap="square" lIns="0" tIns="0" rIns="0" bIns="0" rtlCol="0" anchor="t"/>
          <a:lstStyle/>
          <a:p>
            <a:pPr marL="0" indent="0" algn="l">
              <a:lnSpc>
                <a:spcPts val="2400"/>
              </a:lnSpc>
              <a:buNone/>
            </a:pPr>
            <a:r>
              <a:rPr lang="en-US" sz="1500" dirty="0">
                <a:solidFill>
                  <a:srgbClr val="E5E0DF"/>
                </a:solidFill>
                <a:latin typeface="Roboto" pitchFamily="34" charset="0"/>
                <a:ea typeface="Roboto" pitchFamily="34" charset="-122"/>
                <a:cs typeface="Roboto" pitchFamily="34" charset="-120"/>
              </a:rPr>
              <a:t>Sentiment Analysis detects an overwhelming amount of extremely positive, emotionally charged language like "miraculous breakthrough" and "scientific miracle," which is atypical for objective medical reporting and designed to evoke immediate, uncritical belief.</a:t>
            </a:r>
            <a:endParaRPr lang="en-US" sz="1500" dirty="0"/>
          </a:p>
        </p:txBody>
      </p:sp>
      <p:pic>
        <p:nvPicPr>
          <p:cNvPr id="12" name="Image 3" descr="preencoded.png"/>
          <p:cNvPicPr>
            <a:picLocks noChangeAspect="1"/>
          </p:cNvPicPr>
          <p:nvPr/>
        </p:nvPicPr>
        <p:blipFill>
          <a:blip r:embed="rId3"/>
          <a:stretch>
            <a:fillRect/>
          </a:stretch>
        </p:blipFill>
        <p:spPr>
          <a:xfrm>
            <a:off x="7411879" y="4561999"/>
            <a:ext cx="6541532" cy="1143000"/>
          </a:xfrm>
          <a:prstGeom prst="rect">
            <a:avLst/>
          </a:prstGeom>
        </p:spPr>
      </p:pic>
      <p:sp>
        <p:nvSpPr>
          <p:cNvPr id="13" name="Text 7"/>
          <p:cNvSpPr/>
          <p:nvPr/>
        </p:nvSpPr>
        <p:spPr>
          <a:xfrm>
            <a:off x="7605236" y="5335667"/>
            <a:ext cx="2943939" cy="302181"/>
          </a:xfrm>
          <a:prstGeom prst="rect">
            <a:avLst/>
          </a:prstGeom>
          <a:noFill/>
          <a:ln/>
        </p:spPr>
        <p:txBody>
          <a:bodyPr wrap="none" lIns="0" tIns="0" rIns="0" bIns="0" rtlCol="0" anchor="t"/>
          <a:lstStyle/>
          <a:p>
            <a:pPr marL="0" indent="0" algn="l">
              <a:lnSpc>
                <a:spcPts val="2350"/>
              </a:lnSpc>
              <a:buNone/>
            </a:pPr>
            <a:r>
              <a:rPr lang="en-US" sz="1900" dirty="0">
                <a:solidFill>
                  <a:srgbClr val="E5E0DF"/>
                </a:solidFill>
                <a:latin typeface="Saira Medium" pitchFamily="34" charset="0"/>
                <a:ea typeface="Saira Medium" pitchFamily="34" charset="-122"/>
                <a:cs typeface="Saira Medium" pitchFamily="34" charset="-120"/>
              </a:rPr>
              <a:t>Factual Consistency Check</a:t>
            </a:r>
            <a:endParaRPr lang="en-US" sz="1900" dirty="0"/>
          </a:p>
        </p:txBody>
      </p:sp>
      <p:sp>
        <p:nvSpPr>
          <p:cNvPr id="14" name="Text 8"/>
          <p:cNvSpPr/>
          <p:nvPr/>
        </p:nvSpPr>
        <p:spPr>
          <a:xfrm>
            <a:off x="7605236" y="5753814"/>
            <a:ext cx="6154817" cy="1238250"/>
          </a:xfrm>
          <a:prstGeom prst="rect">
            <a:avLst/>
          </a:prstGeom>
          <a:noFill/>
          <a:ln/>
        </p:spPr>
        <p:txBody>
          <a:bodyPr wrap="square" lIns="0" tIns="0" rIns="0" bIns="0" rtlCol="0" anchor="t"/>
          <a:lstStyle/>
          <a:p>
            <a:pPr marL="0" indent="0" algn="l">
              <a:lnSpc>
                <a:spcPts val="2400"/>
              </a:lnSpc>
              <a:buNone/>
            </a:pPr>
            <a:r>
              <a:rPr lang="en-US" sz="1500" dirty="0">
                <a:solidFill>
                  <a:srgbClr val="E5E0DF"/>
                </a:solidFill>
                <a:latin typeface="Roboto" pitchFamily="34" charset="0"/>
                <a:ea typeface="Roboto" pitchFamily="34" charset="-122"/>
                <a:cs typeface="Roboto" pitchFamily="34" charset="-120"/>
              </a:rPr>
              <a:t>An automated fact-checking module cross-references the claims against trusted medical databases and scientific journals. It finds no peer-reviewed evidence supporting coffee beans as a cancer cure, thus debunking the false claims.</a:t>
            </a:r>
            <a:endParaRPr lang="en-US" sz="1500" dirty="0"/>
          </a:p>
        </p:txBody>
      </p:sp>
      <mc:AlternateContent xmlns:mc="http://schemas.openxmlformats.org/markup-compatibility/2006">
        <mc:Choice xmlns:p14="http://schemas.microsoft.com/office/powerpoint/2010/main" Requires="p14">
          <p:contentPart p14:bwMode="auto" r:id="rId4">
            <p14:nvContentPartPr>
              <p14:cNvPr id="15" name="Ink 14">
                <a:extLst>
                  <a:ext uri="{FF2B5EF4-FFF2-40B4-BE49-F238E27FC236}">
                    <a16:creationId xmlns:a16="http://schemas.microsoft.com/office/drawing/2014/main" id="{8050BEBD-9B87-83D6-C020-0EC2E6F15064}"/>
                  </a:ext>
                </a:extLst>
              </p14:cNvPr>
              <p14:cNvContentPartPr/>
              <p14:nvPr/>
            </p14:nvContentPartPr>
            <p14:xfrm>
              <a:off x="13105920" y="8000760"/>
              <a:ext cx="360" cy="360"/>
            </p14:xfrm>
          </p:contentPart>
        </mc:Choice>
        <mc:Fallback>
          <p:pic>
            <p:nvPicPr>
              <p:cNvPr id="15" name="Ink 14">
                <a:extLst>
                  <a:ext uri="{FF2B5EF4-FFF2-40B4-BE49-F238E27FC236}">
                    <a16:creationId xmlns:a16="http://schemas.microsoft.com/office/drawing/2014/main" id="{8050BEBD-9B87-83D6-C020-0EC2E6F15064}"/>
                  </a:ext>
                </a:extLst>
              </p:cNvPr>
              <p:cNvPicPr/>
              <p:nvPr/>
            </p:nvPicPr>
            <p:blipFill>
              <a:blip r:embed="rId5"/>
              <a:stretch>
                <a:fillRect/>
              </a:stretch>
            </p:blipFill>
            <p:spPr>
              <a:xfrm>
                <a:off x="13052280" y="789276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6" name="Ink 15">
                <a:extLst>
                  <a:ext uri="{FF2B5EF4-FFF2-40B4-BE49-F238E27FC236}">
                    <a16:creationId xmlns:a16="http://schemas.microsoft.com/office/drawing/2014/main" id="{3F39BAFB-9599-E69A-4FA6-665D59208E1D}"/>
                  </a:ext>
                </a:extLst>
              </p14:cNvPr>
              <p14:cNvContentPartPr/>
              <p14:nvPr/>
            </p14:nvContentPartPr>
            <p14:xfrm>
              <a:off x="13105920" y="8000760"/>
              <a:ext cx="360" cy="360"/>
            </p14:xfrm>
          </p:contentPart>
        </mc:Choice>
        <mc:Fallback>
          <p:pic>
            <p:nvPicPr>
              <p:cNvPr id="16" name="Ink 15">
                <a:extLst>
                  <a:ext uri="{FF2B5EF4-FFF2-40B4-BE49-F238E27FC236}">
                    <a16:creationId xmlns:a16="http://schemas.microsoft.com/office/drawing/2014/main" id="{3F39BAFB-9599-E69A-4FA6-665D59208E1D}"/>
                  </a:ext>
                </a:extLst>
              </p:cNvPr>
              <p:cNvPicPr/>
              <p:nvPr/>
            </p:nvPicPr>
            <p:blipFill>
              <a:blip r:embed="rId5"/>
              <a:stretch>
                <a:fillRect/>
              </a:stretch>
            </p:blipFill>
            <p:spPr>
              <a:xfrm>
                <a:off x="13052280" y="789276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7" name="Ink 16">
                <a:extLst>
                  <a:ext uri="{FF2B5EF4-FFF2-40B4-BE49-F238E27FC236}">
                    <a16:creationId xmlns:a16="http://schemas.microsoft.com/office/drawing/2014/main" id="{5A952E26-E33D-FBE3-8F53-10A0E3FDF241}"/>
                  </a:ext>
                </a:extLst>
              </p14:cNvPr>
              <p14:cNvContentPartPr/>
              <p14:nvPr/>
            </p14:nvContentPartPr>
            <p14:xfrm>
              <a:off x="13609560" y="7970160"/>
              <a:ext cx="208800" cy="360"/>
            </p14:xfrm>
          </p:contentPart>
        </mc:Choice>
        <mc:Fallback>
          <p:pic>
            <p:nvPicPr>
              <p:cNvPr id="17" name="Ink 16">
                <a:extLst>
                  <a:ext uri="{FF2B5EF4-FFF2-40B4-BE49-F238E27FC236}">
                    <a16:creationId xmlns:a16="http://schemas.microsoft.com/office/drawing/2014/main" id="{5A952E26-E33D-FBE3-8F53-10A0E3FDF241}"/>
                  </a:ext>
                </a:extLst>
              </p:cNvPr>
              <p:cNvPicPr/>
              <p:nvPr/>
            </p:nvPicPr>
            <p:blipFill>
              <a:blip r:embed="rId8"/>
              <a:stretch>
                <a:fillRect/>
              </a:stretch>
            </p:blipFill>
            <p:spPr>
              <a:xfrm>
                <a:off x="13555560" y="7862160"/>
                <a:ext cx="31644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8" name="Ink 17">
                <a:extLst>
                  <a:ext uri="{FF2B5EF4-FFF2-40B4-BE49-F238E27FC236}">
                    <a16:creationId xmlns:a16="http://schemas.microsoft.com/office/drawing/2014/main" id="{070B43F8-FAA5-BBE1-9405-8C34578D330A}"/>
                  </a:ext>
                </a:extLst>
              </p14:cNvPr>
              <p14:cNvContentPartPr/>
              <p14:nvPr/>
            </p14:nvContentPartPr>
            <p14:xfrm>
              <a:off x="13837440" y="7970160"/>
              <a:ext cx="28080" cy="360"/>
            </p14:xfrm>
          </p:contentPart>
        </mc:Choice>
        <mc:Fallback>
          <p:pic>
            <p:nvPicPr>
              <p:cNvPr id="18" name="Ink 17">
                <a:extLst>
                  <a:ext uri="{FF2B5EF4-FFF2-40B4-BE49-F238E27FC236}">
                    <a16:creationId xmlns:a16="http://schemas.microsoft.com/office/drawing/2014/main" id="{070B43F8-FAA5-BBE1-9405-8C34578D330A}"/>
                  </a:ext>
                </a:extLst>
              </p:cNvPr>
              <p:cNvPicPr/>
              <p:nvPr/>
            </p:nvPicPr>
            <p:blipFill>
              <a:blip r:embed="rId10"/>
              <a:stretch>
                <a:fillRect/>
              </a:stretch>
            </p:blipFill>
            <p:spPr>
              <a:xfrm>
                <a:off x="13783800" y="7862160"/>
                <a:ext cx="1357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9" name="Ink 18">
                <a:extLst>
                  <a:ext uri="{FF2B5EF4-FFF2-40B4-BE49-F238E27FC236}">
                    <a16:creationId xmlns:a16="http://schemas.microsoft.com/office/drawing/2014/main" id="{6D5C51C8-F0EE-8884-AF2B-D37C280FFA08}"/>
                  </a:ext>
                </a:extLst>
              </p14:cNvPr>
              <p14:cNvContentPartPr/>
              <p14:nvPr/>
            </p14:nvContentPartPr>
            <p14:xfrm>
              <a:off x="14112120" y="7970160"/>
              <a:ext cx="181800" cy="16200"/>
            </p14:xfrm>
          </p:contentPart>
        </mc:Choice>
        <mc:Fallback>
          <p:pic>
            <p:nvPicPr>
              <p:cNvPr id="19" name="Ink 18">
                <a:extLst>
                  <a:ext uri="{FF2B5EF4-FFF2-40B4-BE49-F238E27FC236}">
                    <a16:creationId xmlns:a16="http://schemas.microsoft.com/office/drawing/2014/main" id="{6D5C51C8-F0EE-8884-AF2B-D37C280FFA08}"/>
                  </a:ext>
                </a:extLst>
              </p:cNvPr>
              <p:cNvPicPr/>
              <p:nvPr/>
            </p:nvPicPr>
            <p:blipFill>
              <a:blip r:embed="rId12"/>
              <a:stretch>
                <a:fillRect/>
              </a:stretch>
            </p:blipFill>
            <p:spPr>
              <a:xfrm>
                <a:off x="14058480" y="7862160"/>
                <a:ext cx="289440" cy="23184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20" name="Ink 19">
                <a:extLst>
                  <a:ext uri="{FF2B5EF4-FFF2-40B4-BE49-F238E27FC236}">
                    <a16:creationId xmlns:a16="http://schemas.microsoft.com/office/drawing/2014/main" id="{F3DCFDB6-5256-B92F-BEB4-3265D153B86C}"/>
                  </a:ext>
                </a:extLst>
              </p14:cNvPr>
              <p14:cNvContentPartPr/>
              <p14:nvPr/>
            </p14:nvContentPartPr>
            <p14:xfrm>
              <a:off x="14325240" y="7985640"/>
              <a:ext cx="360" cy="360"/>
            </p14:xfrm>
          </p:contentPart>
        </mc:Choice>
        <mc:Fallback>
          <p:pic>
            <p:nvPicPr>
              <p:cNvPr id="20" name="Ink 19">
                <a:extLst>
                  <a:ext uri="{FF2B5EF4-FFF2-40B4-BE49-F238E27FC236}">
                    <a16:creationId xmlns:a16="http://schemas.microsoft.com/office/drawing/2014/main" id="{F3DCFDB6-5256-B92F-BEB4-3265D153B86C}"/>
                  </a:ext>
                </a:extLst>
              </p:cNvPr>
              <p:cNvPicPr/>
              <p:nvPr/>
            </p:nvPicPr>
            <p:blipFill>
              <a:blip r:embed="rId5"/>
              <a:stretch>
                <a:fillRect/>
              </a:stretch>
            </p:blipFill>
            <p:spPr>
              <a:xfrm>
                <a:off x="14271600" y="787800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21" name="Ink 20">
                <a:extLst>
                  <a:ext uri="{FF2B5EF4-FFF2-40B4-BE49-F238E27FC236}">
                    <a16:creationId xmlns:a16="http://schemas.microsoft.com/office/drawing/2014/main" id="{04D203F0-B7B9-BEA3-41A8-C3FB878E68EF}"/>
                  </a:ext>
                </a:extLst>
              </p14:cNvPr>
              <p14:cNvContentPartPr/>
              <p14:nvPr/>
            </p14:nvContentPartPr>
            <p14:xfrm>
              <a:off x="14237040" y="7985640"/>
              <a:ext cx="27720" cy="360"/>
            </p14:xfrm>
          </p:contentPart>
        </mc:Choice>
        <mc:Fallback>
          <p:pic>
            <p:nvPicPr>
              <p:cNvPr id="21" name="Ink 20">
                <a:extLst>
                  <a:ext uri="{FF2B5EF4-FFF2-40B4-BE49-F238E27FC236}">
                    <a16:creationId xmlns:a16="http://schemas.microsoft.com/office/drawing/2014/main" id="{04D203F0-B7B9-BEA3-41A8-C3FB878E68EF}"/>
                  </a:ext>
                </a:extLst>
              </p:cNvPr>
              <p:cNvPicPr/>
              <p:nvPr/>
            </p:nvPicPr>
            <p:blipFill>
              <a:blip r:embed="rId10"/>
              <a:stretch>
                <a:fillRect/>
              </a:stretch>
            </p:blipFill>
            <p:spPr>
              <a:xfrm>
                <a:off x="14183400" y="7878000"/>
                <a:ext cx="1353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22" name="Ink 21">
                <a:extLst>
                  <a:ext uri="{FF2B5EF4-FFF2-40B4-BE49-F238E27FC236}">
                    <a16:creationId xmlns:a16="http://schemas.microsoft.com/office/drawing/2014/main" id="{3E0DEA44-F45E-810F-A346-A50A3CB66CD9}"/>
                  </a:ext>
                </a:extLst>
              </p14:cNvPr>
              <p14:cNvContentPartPr/>
              <p14:nvPr/>
            </p14:nvContentPartPr>
            <p14:xfrm>
              <a:off x="13912680" y="7976280"/>
              <a:ext cx="32400" cy="9720"/>
            </p14:xfrm>
          </p:contentPart>
        </mc:Choice>
        <mc:Fallback>
          <p:pic>
            <p:nvPicPr>
              <p:cNvPr id="22" name="Ink 21">
                <a:extLst>
                  <a:ext uri="{FF2B5EF4-FFF2-40B4-BE49-F238E27FC236}">
                    <a16:creationId xmlns:a16="http://schemas.microsoft.com/office/drawing/2014/main" id="{3E0DEA44-F45E-810F-A346-A50A3CB66CD9}"/>
                  </a:ext>
                </a:extLst>
              </p:cNvPr>
              <p:cNvPicPr/>
              <p:nvPr/>
            </p:nvPicPr>
            <p:blipFill>
              <a:blip r:embed="rId16"/>
              <a:stretch>
                <a:fillRect/>
              </a:stretch>
            </p:blipFill>
            <p:spPr>
              <a:xfrm>
                <a:off x="13858680" y="7868280"/>
                <a:ext cx="140040" cy="22536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23" name="Ink 22">
                <a:extLst>
                  <a:ext uri="{FF2B5EF4-FFF2-40B4-BE49-F238E27FC236}">
                    <a16:creationId xmlns:a16="http://schemas.microsoft.com/office/drawing/2014/main" id="{FD8258E9-0175-FB5C-29B9-BFB23B2E5A6D}"/>
                  </a:ext>
                </a:extLst>
              </p14:cNvPr>
              <p14:cNvContentPartPr/>
              <p14:nvPr/>
            </p14:nvContentPartPr>
            <p14:xfrm>
              <a:off x="13705320" y="7955040"/>
              <a:ext cx="56520" cy="360"/>
            </p14:xfrm>
          </p:contentPart>
        </mc:Choice>
        <mc:Fallback>
          <p:pic>
            <p:nvPicPr>
              <p:cNvPr id="23" name="Ink 22">
                <a:extLst>
                  <a:ext uri="{FF2B5EF4-FFF2-40B4-BE49-F238E27FC236}">
                    <a16:creationId xmlns:a16="http://schemas.microsoft.com/office/drawing/2014/main" id="{FD8258E9-0175-FB5C-29B9-BFB23B2E5A6D}"/>
                  </a:ext>
                </a:extLst>
              </p:cNvPr>
              <p:cNvPicPr/>
              <p:nvPr/>
            </p:nvPicPr>
            <p:blipFill>
              <a:blip r:embed="rId18"/>
              <a:stretch>
                <a:fillRect/>
              </a:stretch>
            </p:blipFill>
            <p:spPr>
              <a:xfrm>
                <a:off x="13651680" y="7847400"/>
                <a:ext cx="1641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24" name="Ink 23">
                <a:extLst>
                  <a:ext uri="{FF2B5EF4-FFF2-40B4-BE49-F238E27FC236}">
                    <a16:creationId xmlns:a16="http://schemas.microsoft.com/office/drawing/2014/main" id="{9EAACFC4-04C3-EBF0-3CDC-70D44E6AEE1F}"/>
                  </a:ext>
                </a:extLst>
              </p14:cNvPr>
              <p14:cNvContentPartPr/>
              <p14:nvPr/>
            </p14:nvContentPartPr>
            <p14:xfrm>
              <a:off x="13543320" y="7955040"/>
              <a:ext cx="81360" cy="360"/>
            </p14:xfrm>
          </p:contentPart>
        </mc:Choice>
        <mc:Fallback>
          <p:pic>
            <p:nvPicPr>
              <p:cNvPr id="24" name="Ink 23">
                <a:extLst>
                  <a:ext uri="{FF2B5EF4-FFF2-40B4-BE49-F238E27FC236}">
                    <a16:creationId xmlns:a16="http://schemas.microsoft.com/office/drawing/2014/main" id="{9EAACFC4-04C3-EBF0-3CDC-70D44E6AEE1F}"/>
                  </a:ext>
                </a:extLst>
              </p:cNvPr>
              <p:cNvPicPr/>
              <p:nvPr/>
            </p:nvPicPr>
            <p:blipFill>
              <a:blip r:embed="rId20"/>
              <a:stretch>
                <a:fillRect/>
              </a:stretch>
            </p:blipFill>
            <p:spPr>
              <a:xfrm>
                <a:off x="13489320" y="7847400"/>
                <a:ext cx="189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25" name="Ink 24">
                <a:extLst>
                  <a:ext uri="{FF2B5EF4-FFF2-40B4-BE49-F238E27FC236}">
                    <a16:creationId xmlns:a16="http://schemas.microsoft.com/office/drawing/2014/main" id="{4FE205A5-FA60-B3A1-C825-1F7C02DBB37D}"/>
                  </a:ext>
                </a:extLst>
              </p14:cNvPr>
              <p14:cNvContentPartPr/>
              <p14:nvPr/>
            </p14:nvContentPartPr>
            <p14:xfrm>
              <a:off x="13354680" y="7955040"/>
              <a:ext cx="41400" cy="360"/>
            </p14:xfrm>
          </p:contentPart>
        </mc:Choice>
        <mc:Fallback>
          <p:pic>
            <p:nvPicPr>
              <p:cNvPr id="25" name="Ink 24">
                <a:extLst>
                  <a:ext uri="{FF2B5EF4-FFF2-40B4-BE49-F238E27FC236}">
                    <a16:creationId xmlns:a16="http://schemas.microsoft.com/office/drawing/2014/main" id="{4FE205A5-FA60-B3A1-C825-1F7C02DBB37D}"/>
                  </a:ext>
                </a:extLst>
              </p:cNvPr>
              <p:cNvPicPr/>
              <p:nvPr/>
            </p:nvPicPr>
            <p:blipFill>
              <a:blip r:embed="rId22"/>
              <a:stretch>
                <a:fillRect/>
              </a:stretch>
            </p:blipFill>
            <p:spPr>
              <a:xfrm>
                <a:off x="13300680" y="7847400"/>
                <a:ext cx="14904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26" name="Ink 25">
                <a:extLst>
                  <a:ext uri="{FF2B5EF4-FFF2-40B4-BE49-F238E27FC236}">
                    <a16:creationId xmlns:a16="http://schemas.microsoft.com/office/drawing/2014/main" id="{B8113018-F445-3578-A5AE-506D7A17E3B0}"/>
                  </a:ext>
                </a:extLst>
              </p14:cNvPr>
              <p14:cNvContentPartPr/>
              <p14:nvPr/>
            </p14:nvContentPartPr>
            <p14:xfrm>
              <a:off x="13144440" y="7955040"/>
              <a:ext cx="53280" cy="360"/>
            </p14:xfrm>
          </p:contentPart>
        </mc:Choice>
        <mc:Fallback>
          <p:pic>
            <p:nvPicPr>
              <p:cNvPr id="26" name="Ink 25">
                <a:extLst>
                  <a:ext uri="{FF2B5EF4-FFF2-40B4-BE49-F238E27FC236}">
                    <a16:creationId xmlns:a16="http://schemas.microsoft.com/office/drawing/2014/main" id="{B8113018-F445-3578-A5AE-506D7A17E3B0}"/>
                  </a:ext>
                </a:extLst>
              </p:cNvPr>
              <p:cNvPicPr/>
              <p:nvPr/>
            </p:nvPicPr>
            <p:blipFill>
              <a:blip r:embed="rId18"/>
              <a:stretch>
                <a:fillRect/>
              </a:stretch>
            </p:blipFill>
            <p:spPr>
              <a:xfrm>
                <a:off x="13090800" y="7847400"/>
                <a:ext cx="1609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27" name="Ink 26">
                <a:extLst>
                  <a:ext uri="{FF2B5EF4-FFF2-40B4-BE49-F238E27FC236}">
                    <a16:creationId xmlns:a16="http://schemas.microsoft.com/office/drawing/2014/main" id="{10627A94-8A1A-9D64-522A-0E614463B961}"/>
                  </a:ext>
                </a:extLst>
              </p14:cNvPr>
              <p14:cNvContentPartPr/>
              <p14:nvPr/>
            </p14:nvContentPartPr>
            <p14:xfrm>
              <a:off x="13121400" y="7955040"/>
              <a:ext cx="360" cy="360"/>
            </p14:xfrm>
          </p:contentPart>
        </mc:Choice>
        <mc:Fallback>
          <p:pic>
            <p:nvPicPr>
              <p:cNvPr id="27" name="Ink 26">
                <a:extLst>
                  <a:ext uri="{FF2B5EF4-FFF2-40B4-BE49-F238E27FC236}">
                    <a16:creationId xmlns:a16="http://schemas.microsoft.com/office/drawing/2014/main" id="{10627A94-8A1A-9D64-522A-0E614463B961}"/>
                  </a:ext>
                </a:extLst>
              </p:cNvPr>
              <p:cNvPicPr/>
              <p:nvPr/>
            </p:nvPicPr>
            <p:blipFill>
              <a:blip r:embed="rId5"/>
              <a:stretch>
                <a:fillRect/>
              </a:stretch>
            </p:blipFill>
            <p:spPr>
              <a:xfrm>
                <a:off x="13067760" y="784740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28" name="Ink 27">
                <a:extLst>
                  <a:ext uri="{FF2B5EF4-FFF2-40B4-BE49-F238E27FC236}">
                    <a16:creationId xmlns:a16="http://schemas.microsoft.com/office/drawing/2014/main" id="{720F89B4-9765-0DA8-CC93-6AF432AAFF50}"/>
                  </a:ext>
                </a:extLst>
              </p14:cNvPr>
              <p14:cNvContentPartPr/>
              <p14:nvPr/>
            </p14:nvContentPartPr>
            <p14:xfrm>
              <a:off x="13213200" y="7955040"/>
              <a:ext cx="119160" cy="360"/>
            </p14:xfrm>
          </p:contentPart>
        </mc:Choice>
        <mc:Fallback>
          <p:pic>
            <p:nvPicPr>
              <p:cNvPr id="28" name="Ink 27">
                <a:extLst>
                  <a:ext uri="{FF2B5EF4-FFF2-40B4-BE49-F238E27FC236}">
                    <a16:creationId xmlns:a16="http://schemas.microsoft.com/office/drawing/2014/main" id="{720F89B4-9765-0DA8-CC93-6AF432AAFF50}"/>
                  </a:ext>
                </a:extLst>
              </p:cNvPr>
              <p:cNvPicPr/>
              <p:nvPr/>
            </p:nvPicPr>
            <p:blipFill>
              <a:blip r:embed="rId26"/>
              <a:stretch>
                <a:fillRect/>
              </a:stretch>
            </p:blipFill>
            <p:spPr>
              <a:xfrm>
                <a:off x="13159200" y="7847400"/>
                <a:ext cx="2268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29" name="Ink 28">
                <a:extLst>
                  <a:ext uri="{FF2B5EF4-FFF2-40B4-BE49-F238E27FC236}">
                    <a16:creationId xmlns:a16="http://schemas.microsoft.com/office/drawing/2014/main" id="{2368711C-57CC-8964-A995-5EEBEF9E6556}"/>
                  </a:ext>
                </a:extLst>
              </p14:cNvPr>
              <p14:cNvContentPartPr/>
              <p14:nvPr/>
            </p14:nvContentPartPr>
            <p14:xfrm>
              <a:off x="13548360" y="7955040"/>
              <a:ext cx="360" cy="360"/>
            </p14:xfrm>
          </p:contentPart>
        </mc:Choice>
        <mc:Fallback>
          <p:pic>
            <p:nvPicPr>
              <p:cNvPr id="29" name="Ink 28">
                <a:extLst>
                  <a:ext uri="{FF2B5EF4-FFF2-40B4-BE49-F238E27FC236}">
                    <a16:creationId xmlns:a16="http://schemas.microsoft.com/office/drawing/2014/main" id="{2368711C-57CC-8964-A995-5EEBEF9E6556}"/>
                  </a:ext>
                </a:extLst>
              </p:cNvPr>
              <p:cNvPicPr/>
              <p:nvPr/>
            </p:nvPicPr>
            <p:blipFill>
              <a:blip r:embed="rId5"/>
              <a:stretch>
                <a:fillRect/>
              </a:stretch>
            </p:blipFill>
            <p:spPr>
              <a:xfrm>
                <a:off x="13494360" y="784740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30" name="Ink 29">
                <a:extLst>
                  <a:ext uri="{FF2B5EF4-FFF2-40B4-BE49-F238E27FC236}">
                    <a16:creationId xmlns:a16="http://schemas.microsoft.com/office/drawing/2014/main" id="{F10AA9D9-63D6-CB19-EC1F-B4DBCF5FDCD6}"/>
                  </a:ext>
                </a:extLst>
              </p14:cNvPr>
              <p14:cNvContentPartPr/>
              <p14:nvPr/>
            </p14:nvContentPartPr>
            <p14:xfrm>
              <a:off x="13639440" y="7955040"/>
              <a:ext cx="123480" cy="360"/>
            </p14:xfrm>
          </p:contentPart>
        </mc:Choice>
        <mc:Fallback>
          <p:pic>
            <p:nvPicPr>
              <p:cNvPr id="30" name="Ink 29">
                <a:extLst>
                  <a:ext uri="{FF2B5EF4-FFF2-40B4-BE49-F238E27FC236}">
                    <a16:creationId xmlns:a16="http://schemas.microsoft.com/office/drawing/2014/main" id="{F10AA9D9-63D6-CB19-EC1F-B4DBCF5FDCD6}"/>
                  </a:ext>
                </a:extLst>
              </p:cNvPr>
              <p:cNvPicPr/>
              <p:nvPr/>
            </p:nvPicPr>
            <p:blipFill>
              <a:blip r:embed="rId26"/>
              <a:stretch>
                <a:fillRect/>
              </a:stretch>
            </p:blipFill>
            <p:spPr>
              <a:xfrm>
                <a:off x="13585440" y="7847400"/>
                <a:ext cx="2311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31" name="Ink 30">
                <a:extLst>
                  <a:ext uri="{FF2B5EF4-FFF2-40B4-BE49-F238E27FC236}">
                    <a16:creationId xmlns:a16="http://schemas.microsoft.com/office/drawing/2014/main" id="{459A55BE-059B-1238-FAF8-B1BD1AB44C9D}"/>
                  </a:ext>
                </a:extLst>
              </p14:cNvPr>
              <p14:cNvContentPartPr/>
              <p14:nvPr/>
            </p14:nvContentPartPr>
            <p14:xfrm>
              <a:off x="13929240" y="7955040"/>
              <a:ext cx="81720" cy="360"/>
            </p14:xfrm>
          </p:contentPart>
        </mc:Choice>
        <mc:Fallback>
          <p:pic>
            <p:nvPicPr>
              <p:cNvPr id="31" name="Ink 30">
                <a:extLst>
                  <a:ext uri="{FF2B5EF4-FFF2-40B4-BE49-F238E27FC236}">
                    <a16:creationId xmlns:a16="http://schemas.microsoft.com/office/drawing/2014/main" id="{459A55BE-059B-1238-FAF8-B1BD1AB44C9D}"/>
                  </a:ext>
                </a:extLst>
              </p:cNvPr>
              <p:cNvPicPr/>
              <p:nvPr/>
            </p:nvPicPr>
            <p:blipFill>
              <a:blip r:embed="rId20"/>
              <a:stretch>
                <a:fillRect/>
              </a:stretch>
            </p:blipFill>
            <p:spPr>
              <a:xfrm>
                <a:off x="13875240" y="7847400"/>
                <a:ext cx="1893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32" name="Ink 31">
                <a:extLst>
                  <a:ext uri="{FF2B5EF4-FFF2-40B4-BE49-F238E27FC236}">
                    <a16:creationId xmlns:a16="http://schemas.microsoft.com/office/drawing/2014/main" id="{ACF9CFAF-D156-AC15-C7CE-95C38359BE84}"/>
                  </a:ext>
                </a:extLst>
              </p14:cNvPr>
              <p14:cNvContentPartPr/>
              <p14:nvPr/>
            </p14:nvContentPartPr>
            <p14:xfrm>
              <a:off x="14462400" y="7955040"/>
              <a:ext cx="360" cy="360"/>
            </p14:xfrm>
          </p:contentPart>
        </mc:Choice>
        <mc:Fallback>
          <p:pic>
            <p:nvPicPr>
              <p:cNvPr id="32" name="Ink 31">
                <a:extLst>
                  <a:ext uri="{FF2B5EF4-FFF2-40B4-BE49-F238E27FC236}">
                    <a16:creationId xmlns:a16="http://schemas.microsoft.com/office/drawing/2014/main" id="{ACF9CFAF-D156-AC15-C7CE-95C38359BE84}"/>
                  </a:ext>
                </a:extLst>
              </p:cNvPr>
              <p:cNvPicPr/>
              <p:nvPr/>
            </p:nvPicPr>
            <p:blipFill>
              <a:blip r:embed="rId5"/>
              <a:stretch>
                <a:fillRect/>
              </a:stretch>
            </p:blipFill>
            <p:spPr>
              <a:xfrm>
                <a:off x="14408760" y="784740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33" name="Ink 32">
                <a:extLst>
                  <a:ext uri="{FF2B5EF4-FFF2-40B4-BE49-F238E27FC236}">
                    <a16:creationId xmlns:a16="http://schemas.microsoft.com/office/drawing/2014/main" id="{C73577FC-2422-5B0F-70C3-D1DFFDFAD5C3}"/>
                  </a:ext>
                </a:extLst>
              </p14:cNvPr>
              <p14:cNvContentPartPr/>
              <p14:nvPr/>
            </p14:nvContentPartPr>
            <p14:xfrm>
              <a:off x="14462400" y="7955040"/>
              <a:ext cx="360" cy="360"/>
            </p14:xfrm>
          </p:contentPart>
        </mc:Choice>
        <mc:Fallback>
          <p:pic>
            <p:nvPicPr>
              <p:cNvPr id="33" name="Ink 32">
                <a:extLst>
                  <a:ext uri="{FF2B5EF4-FFF2-40B4-BE49-F238E27FC236}">
                    <a16:creationId xmlns:a16="http://schemas.microsoft.com/office/drawing/2014/main" id="{C73577FC-2422-5B0F-70C3-D1DFFDFAD5C3}"/>
                  </a:ext>
                </a:extLst>
              </p:cNvPr>
              <p:cNvPicPr/>
              <p:nvPr/>
            </p:nvPicPr>
            <p:blipFill>
              <a:blip r:embed="rId5"/>
              <a:stretch>
                <a:fillRect/>
              </a:stretch>
            </p:blipFill>
            <p:spPr>
              <a:xfrm>
                <a:off x="14408760" y="784740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34" name="Ink 33">
                <a:extLst>
                  <a:ext uri="{FF2B5EF4-FFF2-40B4-BE49-F238E27FC236}">
                    <a16:creationId xmlns:a16="http://schemas.microsoft.com/office/drawing/2014/main" id="{6290D4A8-D3EB-50CE-33E8-560D9B05FCF5}"/>
                  </a:ext>
                </a:extLst>
              </p14:cNvPr>
              <p14:cNvContentPartPr/>
              <p14:nvPr/>
            </p14:nvContentPartPr>
            <p14:xfrm>
              <a:off x="14462400" y="7955040"/>
              <a:ext cx="360" cy="360"/>
            </p14:xfrm>
          </p:contentPart>
        </mc:Choice>
        <mc:Fallback>
          <p:pic>
            <p:nvPicPr>
              <p:cNvPr id="34" name="Ink 33">
                <a:extLst>
                  <a:ext uri="{FF2B5EF4-FFF2-40B4-BE49-F238E27FC236}">
                    <a16:creationId xmlns:a16="http://schemas.microsoft.com/office/drawing/2014/main" id="{6290D4A8-D3EB-50CE-33E8-560D9B05FCF5}"/>
                  </a:ext>
                </a:extLst>
              </p:cNvPr>
              <p:cNvPicPr/>
              <p:nvPr/>
            </p:nvPicPr>
            <p:blipFill>
              <a:blip r:embed="rId5"/>
              <a:stretch>
                <a:fillRect/>
              </a:stretch>
            </p:blipFill>
            <p:spPr>
              <a:xfrm>
                <a:off x="14408760" y="784740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35" name="Ink 34">
                <a:extLst>
                  <a:ext uri="{FF2B5EF4-FFF2-40B4-BE49-F238E27FC236}">
                    <a16:creationId xmlns:a16="http://schemas.microsoft.com/office/drawing/2014/main" id="{FBB5DAE5-1163-ED0A-8057-A74702C7E7E8}"/>
                  </a:ext>
                </a:extLst>
              </p14:cNvPr>
              <p14:cNvContentPartPr/>
              <p14:nvPr/>
            </p14:nvContentPartPr>
            <p14:xfrm>
              <a:off x="14279880" y="7909680"/>
              <a:ext cx="360" cy="360"/>
            </p14:xfrm>
          </p:contentPart>
        </mc:Choice>
        <mc:Fallback>
          <p:pic>
            <p:nvPicPr>
              <p:cNvPr id="35" name="Ink 34">
                <a:extLst>
                  <a:ext uri="{FF2B5EF4-FFF2-40B4-BE49-F238E27FC236}">
                    <a16:creationId xmlns:a16="http://schemas.microsoft.com/office/drawing/2014/main" id="{FBB5DAE5-1163-ED0A-8057-A74702C7E7E8}"/>
                  </a:ext>
                </a:extLst>
              </p:cNvPr>
              <p:cNvPicPr/>
              <p:nvPr/>
            </p:nvPicPr>
            <p:blipFill>
              <a:blip r:embed="rId5"/>
              <a:stretch>
                <a:fillRect/>
              </a:stretch>
            </p:blipFill>
            <p:spPr>
              <a:xfrm>
                <a:off x="14225880" y="780168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36" name="Ink 35">
                <a:extLst>
                  <a:ext uri="{FF2B5EF4-FFF2-40B4-BE49-F238E27FC236}">
                    <a16:creationId xmlns:a16="http://schemas.microsoft.com/office/drawing/2014/main" id="{DB7D05B8-EB68-6E81-1B9F-43DBB6C266F2}"/>
                  </a:ext>
                </a:extLst>
              </p14:cNvPr>
              <p14:cNvContentPartPr/>
              <p14:nvPr/>
            </p14:nvContentPartPr>
            <p14:xfrm>
              <a:off x="14233800" y="7909680"/>
              <a:ext cx="15840" cy="360"/>
            </p14:xfrm>
          </p:contentPart>
        </mc:Choice>
        <mc:Fallback>
          <p:pic>
            <p:nvPicPr>
              <p:cNvPr id="36" name="Ink 35">
                <a:extLst>
                  <a:ext uri="{FF2B5EF4-FFF2-40B4-BE49-F238E27FC236}">
                    <a16:creationId xmlns:a16="http://schemas.microsoft.com/office/drawing/2014/main" id="{DB7D05B8-EB68-6E81-1B9F-43DBB6C266F2}"/>
                  </a:ext>
                </a:extLst>
              </p:cNvPr>
              <p:cNvPicPr/>
              <p:nvPr/>
            </p:nvPicPr>
            <p:blipFill>
              <a:blip r:embed="rId35"/>
              <a:stretch>
                <a:fillRect/>
              </a:stretch>
            </p:blipFill>
            <p:spPr>
              <a:xfrm>
                <a:off x="14180160" y="7801680"/>
                <a:ext cx="12348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37" name="Ink 36">
                <a:extLst>
                  <a:ext uri="{FF2B5EF4-FFF2-40B4-BE49-F238E27FC236}">
                    <a16:creationId xmlns:a16="http://schemas.microsoft.com/office/drawing/2014/main" id="{A3E34EC0-F534-F999-B9BB-05D949A409ED}"/>
                  </a:ext>
                </a:extLst>
              </p14:cNvPr>
              <p14:cNvContentPartPr/>
              <p14:nvPr/>
            </p14:nvContentPartPr>
            <p14:xfrm>
              <a:off x="14035800" y="7909680"/>
              <a:ext cx="360" cy="360"/>
            </p14:xfrm>
          </p:contentPart>
        </mc:Choice>
        <mc:Fallback>
          <p:pic>
            <p:nvPicPr>
              <p:cNvPr id="37" name="Ink 36">
                <a:extLst>
                  <a:ext uri="{FF2B5EF4-FFF2-40B4-BE49-F238E27FC236}">
                    <a16:creationId xmlns:a16="http://schemas.microsoft.com/office/drawing/2014/main" id="{A3E34EC0-F534-F999-B9BB-05D949A409ED}"/>
                  </a:ext>
                </a:extLst>
              </p:cNvPr>
              <p:cNvPicPr/>
              <p:nvPr/>
            </p:nvPicPr>
            <p:blipFill>
              <a:blip r:embed="rId5"/>
              <a:stretch>
                <a:fillRect/>
              </a:stretch>
            </p:blipFill>
            <p:spPr>
              <a:xfrm>
                <a:off x="13981800" y="780168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38" name="Ink 37">
                <a:extLst>
                  <a:ext uri="{FF2B5EF4-FFF2-40B4-BE49-F238E27FC236}">
                    <a16:creationId xmlns:a16="http://schemas.microsoft.com/office/drawing/2014/main" id="{E68E90F6-F8BA-6469-A8E9-5247D17E78C4}"/>
                  </a:ext>
                </a:extLst>
              </p14:cNvPr>
              <p14:cNvContentPartPr/>
              <p14:nvPr/>
            </p14:nvContentPartPr>
            <p14:xfrm>
              <a:off x="14035800" y="7909680"/>
              <a:ext cx="360" cy="360"/>
            </p14:xfrm>
          </p:contentPart>
        </mc:Choice>
        <mc:Fallback>
          <p:pic>
            <p:nvPicPr>
              <p:cNvPr id="38" name="Ink 37">
                <a:extLst>
                  <a:ext uri="{FF2B5EF4-FFF2-40B4-BE49-F238E27FC236}">
                    <a16:creationId xmlns:a16="http://schemas.microsoft.com/office/drawing/2014/main" id="{E68E90F6-F8BA-6469-A8E9-5247D17E78C4}"/>
                  </a:ext>
                </a:extLst>
              </p:cNvPr>
              <p:cNvPicPr/>
              <p:nvPr/>
            </p:nvPicPr>
            <p:blipFill>
              <a:blip r:embed="rId5"/>
              <a:stretch>
                <a:fillRect/>
              </a:stretch>
            </p:blipFill>
            <p:spPr>
              <a:xfrm>
                <a:off x="13981800" y="780168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39" name="Ink 38">
                <a:extLst>
                  <a:ext uri="{FF2B5EF4-FFF2-40B4-BE49-F238E27FC236}">
                    <a16:creationId xmlns:a16="http://schemas.microsoft.com/office/drawing/2014/main" id="{EDEE2EAF-EFB7-8B86-DB2C-6AC13E4C8F85}"/>
                  </a:ext>
                </a:extLst>
              </p14:cNvPr>
              <p14:cNvContentPartPr/>
              <p14:nvPr/>
            </p14:nvContentPartPr>
            <p14:xfrm>
              <a:off x="13574280" y="7880520"/>
              <a:ext cx="233640" cy="14040"/>
            </p14:xfrm>
          </p:contentPart>
        </mc:Choice>
        <mc:Fallback>
          <p:pic>
            <p:nvPicPr>
              <p:cNvPr id="39" name="Ink 38">
                <a:extLst>
                  <a:ext uri="{FF2B5EF4-FFF2-40B4-BE49-F238E27FC236}">
                    <a16:creationId xmlns:a16="http://schemas.microsoft.com/office/drawing/2014/main" id="{EDEE2EAF-EFB7-8B86-DB2C-6AC13E4C8F85}"/>
                  </a:ext>
                </a:extLst>
              </p:cNvPr>
              <p:cNvPicPr/>
              <p:nvPr/>
            </p:nvPicPr>
            <p:blipFill>
              <a:blip r:embed="rId39"/>
              <a:stretch>
                <a:fillRect/>
              </a:stretch>
            </p:blipFill>
            <p:spPr>
              <a:xfrm>
                <a:off x="13520280" y="7772520"/>
                <a:ext cx="341280" cy="22968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40" name="Ink 39">
                <a:extLst>
                  <a:ext uri="{FF2B5EF4-FFF2-40B4-BE49-F238E27FC236}">
                    <a16:creationId xmlns:a16="http://schemas.microsoft.com/office/drawing/2014/main" id="{5EC1B2DB-8DE9-3E1F-93C5-FE34D926F6CC}"/>
                  </a:ext>
                </a:extLst>
              </p14:cNvPr>
              <p14:cNvContentPartPr/>
              <p14:nvPr/>
            </p14:nvContentPartPr>
            <p14:xfrm>
              <a:off x="13217520" y="7863600"/>
              <a:ext cx="56160" cy="360"/>
            </p14:xfrm>
          </p:contentPart>
        </mc:Choice>
        <mc:Fallback>
          <p:pic>
            <p:nvPicPr>
              <p:cNvPr id="40" name="Ink 39">
                <a:extLst>
                  <a:ext uri="{FF2B5EF4-FFF2-40B4-BE49-F238E27FC236}">
                    <a16:creationId xmlns:a16="http://schemas.microsoft.com/office/drawing/2014/main" id="{5EC1B2DB-8DE9-3E1F-93C5-FE34D926F6CC}"/>
                  </a:ext>
                </a:extLst>
              </p:cNvPr>
              <p:cNvPicPr/>
              <p:nvPr/>
            </p:nvPicPr>
            <p:blipFill>
              <a:blip r:embed="rId18"/>
              <a:stretch>
                <a:fillRect/>
              </a:stretch>
            </p:blipFill>
            <p:spPr>
              <a:xfrm>
                <a:off x="13163880" y="7755600"/>
                <a:ext cx="1638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41" name="Ink 40">
                <a:extLst>
                  <a:ext uri="{FF2B5EF4-FFF2-40B4-BE49-F238E27FC236}">
                    <a16:creationId xmlns:a16="http://schemas.microsoft.com/office/drawing/2014/main" id="{F75C0AFE-C90D-0D24-BBD5-1A0D7FD13744}"/>
                  </a:ext>
                </a:extLst>
              </p14:cNvPr>
              <p14:cNvContentPartPr/>
              <p14:nvPr/>
            </p14:nvContentPartPr>
            <p14:xfrm>
              <a:off x="13039320" y="7863600"/>
              <a:ext cx="6480" cy="360"/>
            </p14:xfrm>
          </p:contentPart>
        </mc:Choice>
        <mc:Fallback>
          <p:pic>
            <p:nvPicPr>
              <p:cNvPr id="41" name="Ink 40">
                <a:extLst>
                  <a:ext uri="{FF2B5EF4-FFF2-40B4-BE49-F238E27FC236}">
                    <a16:creationId xmlns:a16="http://schemas.microsoft.com/office/drawing/2014/main" id="{F75C0AFE-C90D-0D24-BBD5-1A0D7FD13744}"/>
                  </a:ext>
                </a:extLst>
              </p:cNvPr>
              <p:cNvPicPr/>
              <p:nvPr/>
            </p:nvPicPr>
            <p:blipFill>
              <a:blip r:embed="rId42"/>
              <a:stretch>
                <a:fillRect/>
              </a:stretch>
            </p:blipFill>
            <p:spPr>
              <a:xfrm>
                <a:off x="12985680" y="7755600"/>
                <a:ext cx="1141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42" name="Ink 41">
                <a:extLst>
                  <a:ext uri="{FF2B5EF4-FFF2-40B4-BE49-F238E27FC236}">
                    <a16:creationId xmlns:a16="http://schemas.microsoft.com/office/drawing/2014/main" id="{0E0BC514-CEF4-B948-EC77-9B789ED212F2}"/>
                  </a:ext>
                </a:extLst>
              </p14:cNvPr>
              <p14:cNvContentPartPr/>
              <p14:nvPr/>
            </p14:nvContentPartPr>
            <p14:xfrm>
              <a:off x="13029960" y="7879080"/>
              <a:ext cx="360" cy="15840"/>
            </p14:xfrm>
          </p:contentPart>
        </mc:Choice>
        <mc:Fallback>
          <p:pic>
            <p:nvPicPr>
              <p:cNvPr id="42" name="Ink 41">
                <a:extLst>
                  <a:ext uri="{FF2B5EF4-FFF2-40B4-BE49-F238E27FC236}">
                    <a16:creationId xmlns:a16="http://schemas.microsoft.com/office/drawing/2014/main" id="{0E0BC514-CEF4-B948-EC77-9B789ED212F2}"/>
                  </a:ext>
                </a:extLst>
              </p:cNvPr>
              <p:cNvPicPr/>
              <p:nvPr/>
            </p:nvPicPr>
            <p:blipFill>
              <a:blip r:embed="rId44"/>
              <a:stretch>
                <a:fillRect/>
              </a:stretch>
            </p:blipFill>
            <p:spPr>
              <a:xfrm>
                <a:off x="12975960" y="7771440"/>
                <a:ext cx="108000" cy="23148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43" name="Ink 42">
                <a:extLst>
                  <a:ext uri="{FF2B5EF4-FFF2-40B4-BE49-F238E27FC236}">
                    <a16:creationId xmlns:a16="http://schemas.microsoft.com/office/drawing/2014/main" id="{26BF186E-DFC5-0353-56A6-D153B0890CAC}"/>
                  </a:ext>
                </a:extLst>
              </p14:cNvPr>
              <p14:cNvContentPartPr/>
              <p14:nvPr/>
            </p14:nvContentPartPr>
            <p14:xfrm>
              <a:off x="12990360" y="7985640"/>
              <a:ext cx="9360" cy="6120"/>
            </p14:xfrm>
          </p:contentPart>
        </mc:Choice>
        <mc:Fallback>
          <p:pic>
            <p:nvPicPr>
              <p:cNvPr id="43" name="Ink 42">
                <a:extLst>
                  <a:ext uri="{FF2B5EF4-FFF2-40B4-BE49-F238E27FC236}">
                    <a16:creationId xmlns:a16="http://schemas.microsoft.com/office/drawing/2014/main" id="{26BF186E-DFC5-0353-56A6-D153B0890CAC}"/>
                  </a:ext>
                </a:extLst>
              </p:cNvPr>
              <p:cNvPicPr/>
              <p:nvPr/>
            </p:nvPicPr>
            <p:blipFill>
              <a:blip r:embed="rId46"/>
              <a:stretch>
                <a:fillRect/>
              </a:stretch>
            </p:blipFill>
            <p:spPr>
              <a:xfrm>
                <a:off x="12936360" y="7878000"/>
                <a:ext cx="117000" cy="22176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44" name="Ink 43">
                <a:extLst>
                  <a:ext uri="{FF2B5EF4-FFF2-40B4-BE49-F238E27FC236}">
                    <a16:creationId xmlns:a16="http://schemas.microsoft.com/office/drawing/2014/main" id="{4D6A8FBC-9E3C-8BB0-4C3D-5C38497E73D1}"/>
                  </a:ext>
                </a:extLst>
              </p14:cNvPr>
              <p14:cNvContentPartPr/>
              <p14:nvPr/>
            </p14:nvContentPartPr>
            <p14:xfrm>
              <a:off x="12984600" y="8000760"/>
              <a:ext cx="21600" cy="9720"/>
            </p14:xfrm>
          </p:contentPart>
        </mc:Choice>
        <mc:Fallback>
          <p:pic>
            <p:nvPicPr>
              <p:cNvPr id="44" name="Ink 43">
                <a:extLst>
                  <a:ext uri="{FF2B5EF4-FFF2-40B4-BE49-F238E27FC236}">
                    <a16:creationId xmlns:a16="http://schemas.microsoft.com/office/drawing/2014/main" id="{4D6A8FBC-9E3C-8BB0-4C3D-5C38497E73D1}"/>
                  </a:ext>
                </a:extLst>
              </p:cNvPr>
              <p:cNvPicPr/>
              <p:nvPr/>
            </p:nvPicPr>
            <p:blipFill>
              <a:blip r:embed="rId48"/>
              <a:stretch>
                <a:fillRect/>
              </a:stretch>
            </p:blipFill>
            <p:spPr>
              <a:xfrm>
                <a:off x="12930600" y="7892760"/>
                <a:ext cx="129240" cy="22536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45" name="Ink 44">
                <a:extLst>
                  <a:ext uri="{FF2B5EF4-FFF2-40B4-BE49-F238E27FC236}">
                    <a16:creationId xmlns:a16="http://schemas.microsoft.com/office/drawing/2014/main" id="{D5814213-6718-D580-C330-5D426A4F6365}"/>
                  </a:ext>
                </a:extLst>
              </p14:cNvPr>
              <p14:cNvContentPartPr/>
              <p14:nvPr/>
            </p14:nvContentPartPr>
            <p14:xfrm>
              <a:off x="13167120" y="8031360"/>
              <a:ext cx="28080" cy="360"/>
            </p14:xfrm>
          </p:contentPart>
        </mc:Choice>
        <mc:Fallback>
          <p:pic>
            <p:nvPicPr>
              <p:cNvPr id="45" name="Ink 44">
                <a:extLst>
                  <a:ext uri="{FF2B5EF4-FFF2-40B4-BE49-F238E27FC236}">
                    <a16:creationId xmlns:a16="http://schemas.microsoft.com/office/drawing/2014/main" id="{D5814213-6718-D580-C330-5D426A4F6365}"/>
                  </a:ext>
                </a:extLst>
              </p:cNvPr>
              <p:cNvPicPr/>
              <p:nvPr/>
            </p:nvPicPr>
            <p:blipFill>
              <a:blip r:embed="rId10"/>
              <a:stretch>
                <a:fillRect/>
              </a:stretch>
            </p:blipFill>
            <p:spPr>
              <a:xfrm>
                <a:off x="13113120" y="7923360"/>
                <a:ext cx="1357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46" name="Ink 45">
                <a:extLst>
                  <a:ext uri="{FF2B5EF4-FFF2-40B4-BE49-F238E27FC236}">
                    <a16:creationId xmlns:a16="http://schemas.microsoft.com/office/drawing/2014/main" id="{19EF9813-98FC-DB15-18B0-0671D599F9B9}"/>
                  </a:ext>
                </a:extLst>
              </p14:cNvPr>
              <p14:cNvContentPartPr/>
              <p14:nvPr/>
            </p14:nvContentPartPr>
            <p14:xfrm>
              <a:off x="13273680" y="8046600"/>
              <a:ext cx="41760" cy="360"/>
            </p14:xfrm>
          </p:contentPart>
        </mc:Choice>
        <mc:Fallback>
          <p:pic>
            <p:nvPicPr>
              <p:cNvPr id="46" name="Ink 45">
                <a:extLst>
                  <a:ext uri="{FF2B5EF4-FFF2-40B4-BE49-F238E27FC236}">
                    <a16:creationId xmlns:a16="http://schemas.microsoft.com/office/drawing/2014/main" id="{19EF9813-98FC-DB15-18B0-0671D599F9B9}"/>
                  </a:ext>
                </a:extLst>
              </p:cNvPr>
              <p:cNvPicPr/>
              <p:nvPr/>
            </p:nvPicPr>
            <p:blipFill>
              <a:blip r:embed="rId22"/>
              <a:stretch>
                <a:fillRect/>
              </a:stretch>
            </p:blipFill>
            <p:spPr>
              <a:xfrm>
                <a:off x="13219680" y="7938600"/>
                <a:ext cx="1494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47" name="Ink 46">
                <a:extLst>
                  <a:ext uri="{FF2B5EF4-FFF2-40B4-BE49-F238E27FC236}">
                    <a16:creationId xmlns:a16="http://schemas.microsoft.com/office/drawing/2014/main" id="{50B9B97B-7123-31B1-B6D6-C853693CB462}"/>
                  </a:ext>
                </a:extLst>
              </p14:cNvPr>
              <p14:cNvContentPartPr/>
              <p14:nvPr/>
            </p14:nvContentPartPr>
            <p14:xfrm>
              <a:off x="13471680" y="8046600"/>
              <a:ext cx="72360" cy="360"/>
            </p14:xfrm>
          </p:contentPart>
        </mc:Choice>
        <mc:Fallback>
          <p:pic>
            <p:nvPicPr>
              <p:cNvPr id="47" name="Ink 46">
                <a:extLst>
                  <a:ext uri="{FF2B5EF4-FFF2-40B4-BE49-F238E27FC236}">
                    <a16:creationId xmlns:a16="http://schemas.microsoft.com/office/drawing/2014/main" id="{50B9B97B-7123-31B1-B6D6-C853693CB462}"/>
                  </a:ext>
                </a:extLst>
              </p:cNvPr>
              <p:cNvPicPr/>
              <p:nvPr/>
            </p:nvPicPr>
            <p:blipFill>
              <a:blip r:embed="rId52"/>
              <a:stretch>
                <a:fillRect/>
              </a:stretch>
            </p:blipFill>
            <p:spPr>
              <a:xfrm>
                <a:off x="13418040" y="7938600"/>
                <a:ext cx="180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48" name="Ink 47">
                <a:extLst>
                  <a:ext uri="{FF2B5EF4-FFF2-40B4-BE49-F238E27FC236}">
                    <a16:creationId xmlns:a16="http://schemas.microsoft.com/office/drawing/2014/main" id="{E6772C8E-FC63-62A7-5AEE-88188B0A315F}"/>
                  </a:ext>
                </a:extLst>
              </p14:cNvPr>
              <p14:cNvContentPartPr/>
              <p14:nvPr/>
            </p14:nvContentPartPr>
            <p14:xfrm>
              <a:off x="13639440" y="8046600"/>
              <a:ext cx="37080" cy="360"/>
            </p14:xfrm>
          </p:contentPart>
        </mc:Choice>
        <mc:Fallback>
          <p:pic>
            <p:nvPicPr>
              <p:cNvPr id="48" name="Ink 47">
                <a:extLst>
                  <a:ext uri="{FF2B5EF4-FFF2-40B4-BE49-F238E27FC236}">
                    <a16:creationId xmlns:a16="http://schemas.microsoft.com/office/drawing/2014/main" id="{E6772C8E-FC63-62A7-5AEE-88188B0A315F}"/>
                  </a:ext>
                </a:extLst>
              </p:cNvPr>
              <p:cNvPicPr/>
              <p:nvPr/>
            </p:nvPicPr>
            <p:blipFill>
              <a:blip r:embed="rId22"/>
              <a:stretch>
                <a:fillRect/>
              </a:stretch>
            </p:blipFill>
            <p:spPr>
              <a:xfrm>
                <a:off x="13585440" y="7938600"/>
                <a:ext cx="1447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49" name="Ink 48">
                <a:extLst>
                  <a:ext uri="{FF2B5EF4-FFF2-40B4-BE49-F238E27FC236}">
                    <a16:creationId xmlns:a16="http://schemas.microsoft.com/office/drawing/2014/main" id="{6D446C77-276B-F623-AFB6-0F34795F64C6}"/>
                  </a:ext>
                </a:extLst>
              </p14:cNvPr>
              <p14:cNvContentPartPr/>
              <p14:nvPr/>
            </p14:nvContentPartPr>
            <p14:xfrm>
              <a:off x="13807560" y="8046600"/>
              <a:ext cx="118800" cy="360"/>
            </p14:xfrm>
          </p:contentPart>
        </mc:Choice>
        <mc:Fallback>
          <p:pic>
            <p:nvPicPr>
              <p:cNvPr id="49" name="Ink 48">
                <a:extLst>
                  <a:ext uri="{FF2B5EF4-FFF2-40B4-BE49-F238E27FC236}">
                    <a16:creationId xmlns:a16="http://schemas.microsoft.com/office/drawing/2014/main" id="{6D446C77-276B-F623-AFB6-0F34795F64C6}"/>
                  </a:ext>
                </a:extLst>
              </p:cNvPr>
              <p:cNvPicPr/>
              <p:nvPr/>
            </p:nvPicPr>
            <p:blipFill>
              <a:blip r:embed="rId26"/>
              <a:stretch>
                <a:fillRect/>
              </a:stretch>
            </p:blipFill>
            <p:spPr>
              <a:xfrm>
                <a:off x="13753560" y="7938600"/>
                <a:ext cx="22644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50" name="Ink 49">
                <a:extLst>
                  <a:ext uri="{FF2B5EF4-FFF2-40B4-BE49-F238E27FC236}">
                    <a16:creationId xmlns:a16="http://schemas.microsoft.com/office/drawing/2014/main" id="{CD142E86-AA1C-7CAB-B686-7D217BA264B0}"/>
                  </a:ext>
                </a:extLst>
              </p14:cNvPr>
              <p14:cNvContentPartPr/>
              <p14:nvPr/>
            </p14:nvContentPartPr>
            <p14:xfrm>
              <a:off x="14096640" y="8046600"/>
              <a:ext cx="41760" cy="360"/>
            </p14:xfrm>
          </p:contentPart>
        </mc:Choice>
        <mc:Fallback>
          <p:pic>
            <p:nvPicPr>
              <p:cNvPr id="50" name="Ink 49">
                <a:extLst>
                  <a:ext uri="{FF2B5EF4-FFF2-40B4-BE49-F238E27FC236}">
                    <a16:creationId xmlns:a16="http://schemas.microsoft.com/office/drawing/2014/main" id="{CD142E86-AA1C-7CAB-B686-7D217BA264B0}"/>
                  </a:ext>
                </a:extLst>
              </p:cNvPr>
              <p:cNvPicPr/>
              <p:nvPr/>
            </p:nvPicPr>
            <p:blipFill>
              <a:blip r:embed="rId22"/>
              <a:stretch>
                <a:fillRect/>
              </a:stretch>
            </p:blipFill>
            <p:spPr>
              <a:xfrm>
                <a:off x="14043000" y="7938600"/>
                <a:ext cx="1494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51" name="Ink 50">
                <a:extLst>
                  <a:ext uri="{FF2B5EF4-FFF2-40B4-BE49-F238E27FC236}">
                    <a16:creationId xmlns:a16="http://schemas.microsoft.com/office/drawing/2014/main" id="{669B0179-3B7C-2A42-379E-DD1E62CC0509}"/>
                  </a:ext>
                </a:extLst>
              </p14:cNvPr>
              <p14:cNvContentPartPr/>
              <p14:nvPr/>
            </p14:nvContentPartPr>
            <p14:xfrm>
              <a:off x="14218680" y="8046600"/>
              <a:ext cx="41400" cy="360"/>
            </p14:xfrm>
          </p:contentPart>
        </mc:Choice>
        <mc:Fallback>
          <p:pic>
            <p:nvPicPr>
              <p:cNvPr id="51" name="Ink 50">
                <a:extLst>
                  <a:ext uri="{FF2B5EF4-FFF2-40B4-BE49-F238E27FC236}">
                    <a16:creationId xmlns:a16="http://schemas.microsoft.com/office/drawing/2014/main" id="{669B0179-3B7C-2A42-379E-DD1E62CC0509}"/>
                  </a:ext>
                </a:extLst>
              </p:cNvPr>
              <p:cNvPicPr/>
              <p:nvPr/>
            </p:nvPicPr>
            <p:blipFill>
              <a:blip r:embed="rId22"/>
              <a:stretch>
                <a:fillRect/>
              </a:stretch>
            </p:blipFill>
            <p:spPr>
              <a:xfrm>
                <a:off x="14165040" y="7938600"/>
                <a:ext cx="14904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52" name="Ink 51">
                <a:extLst>
                  <a:ext uri="{FF2B5EF4-FFF2-40B4-BE49-F238E27FC236}">
                    <a16:creationId xmlns:a16="http://schemas.microsoft.com/office/drawing/2014/main" id="{4887C69F-2EBF-2137-7236-4A763FF257DF}"/>
                  </a:ext>
                </a:extLst>
              </p14:cNvPr>
              <p14:cNvContentPartPr/>
              <p14:nvPr/>
            </p14:nvContentPartPr>
            <p14:xfrm>
              <a:off x="14355840" y="8046600"/>
              <a:ext cx="6120" cy="360"/>
            </p14:xfrm>
          </p:contentPart>
        </mc:Choice>
        <mc:Fallback>
          <p:pic>
            <p:nvPicPr>
              <p:cNvPr id="52" name="Ink 51">
                <a:extLst>
                  <a:ext uri="{FF2B5EF4-FFF2-40B4-BE49-F238E27FC236}">
                    <a16:creationId xmlns:a16="http://schemas.microsoft.com/office/drawing/2014/main" id="{4887C69F-2EBF-2137-7236-4A763FF257DF}"/>
                  </a:ext>
                </a:extLst>
              </p:cNvPr>
              <p:cNvPicPr/>
              <p:nvPr/>
            </p:nvPicPr>
            <p:blipFill>
              <a:blip r:embed="rId42"/>
              <a:stretch>
                <a:fillRect/>
              </a:stretch>
            </p:blipFill>
            <p:spPr>
              <a:xfrm>
                <a:off x="14302200" y="7938600"/>
                <a:ext cx="1137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53" name="Ink 52">
                <a:extLst>
                  <a:ext uri="{FF2B5EF4-FFF2-40B4-BE49-F238E27FC236}">
                    <a16:creationId xmlns:a16="http://schemas.microsoft.com/office/drawing/2014/main" id="{1D25C736-C6CB-2386-6F21-C19A91D44BC8}"/>
                  </a:ext>
                </a:extLst>
              </p14:cNvPr>
              <p14:cNvContentPartPr/>
              <p14:nvPr/>
            </p14:nvContentPartPr>
            <p14:xfrm>
              <a:off x="14298240" y="8046600"/>
              <a:ext cx="27720" cy="360"/>
            </p14:xfrm>
          </p:contentPart>
        </mc:Choice>
        <mc:Fallback>
          <p:pic>
            <p:nvPicPr>
              <p:cNvPr id="53" name="Ink 52">
                <a:extLst>
                  <a:ext uri="{FF2B5EF4-FFF2-40B4-BE49-F238E27FC236}">
                    <a16:creationId xmlns:a16="http://schemas.microsoft.com/office/drawing/2014/main" id="{1D25C736-C6CB-2386-6F21-C19A91D44BC8}"/>
                  </a:ext>
                </a:extLst>
              </p:cNvPr>
              <p:cNvPicPr/>
              <p:nvPr/>
            </p:nvPicPr>
            <p:blipFill>
              <a:blip r:embed="rId10"/>
              <a:stretch>
                <a:fillRect/>
              </a:stretch>
            </p:blipFill>
            <p:spPr>
              <a:xfrm>
                <a:off x="14244240" y="7938600"/>
                <a:ext cx="1353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54" name="Ink 53">
                <a:extLst>
                  <a:ext uri="{FF2B5EF4-FFF2-40B4-BE49-F238E27FC236}">
                    <a16:creationId xmlns:a16="http://schemas.microsoft.com/office/drawing/2014/main" id="{13538528-7B4D-809A-93BF-ABF0A88B40EE}"/>
                  </a:ext>
                </a:extLst>
              </p14:cNvPr>
              <p14:cNvContentPartPr/>
              <p14:nvPr/>
            </p14:nvContentPartPr>
            <p14:xfrm>
              <a:off x="14004120" y="8046600"/>
              <a:ext cx="62280" cy="360"/>
            </p14:xfrm>
          </p:contentPart>
        </mc:Choice>
        <mc:Fallback>
          <p:pic>
            <p:nvPicPr>
              <p:cNvPr id="54" name="Ink 53">
                <a:extLst>
                  <a:ext uri="{FF2B5EF4-FFF2-40B4-BE49-F238E27FC236}">
                    <a16:creationId xmlns:a16="http://schemas.microsoft.com/office/drawing/2014/main" id="{13538528-7B4D-809A-93BF-ABF0A88B40EE}"/>
                  </a:ext>
                </a:extLst>
              </p:cNvPr>
              <p:cNvPicPr/>
              <p:nvPr/>
            </p:nvPicPr>
            <p:blipFill>
              <a:blip r:embed="rId60"/>
              <a:stretch>
                <a:fillRect/>
              </a:stretch>
            </p:blipFill>
            <p:spPr>
              <a:xfrm>
                <a:off x="13950120" y="7938600"/>
                <a:ext cx="1699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55" name="Ink 54">
                <a:extLst>
                  <a:ext uri="{FF2B5EF4-FFF2-40B4-BE49-F238E27FC236}">
                    <a16:creationId xmlns:a16="http://schemas.microsoft.com/office/drawing/2014/main" id="{AA0B7291-4E5B-224A-3176-3E6053A05DD3}"/>
                  </a:ext>
                </a:extLst>
              </p14:cNvPr>
              <p14:cNvContentPartPr/>
              <p14:nvPr/>
            </p14:nvContentPartPr>
            <p14:xfrm>
              <a:off x="13734120" y="8031480"/>
              <a:ext cx="103680" cy="360"/>
            </p14:xfrm>
          </p:contentPart>
        </mc:Choice>
        <mc:Fallback>
          <p:pic>
            <p:nvPicPr>
              <p:cNvPr id="55" name="Ink 54">
                <a:extLst>
                  <a:ext uri="{FF2B5EF4-FFF2-40B4-BE49-F238E27FC236}">
                    <a16:creationId xmlns:a16="http://schemas.microsoft.com/office/drawing/2014/main" id="{AA0B7291-4E5B-224A-3176-3E6053A05DD3}"/>
                  </a:ext>
                </a:extLst>
              </p:cNvPr>
              <p:cNvPicPr/>
              <p:nvPr/>
            </p:nvPicPr>
            <p:blipFill>
              <a:blip r:embed="rId62"/>
              <a:stretch>
                <a:fillRect/>
              </a:stretch>
            </p:blipFill>
            <p:spPr>
              <a:xfrm>
                <a:off x="13680480" y="7923480"/>
                <a:ext cx="2113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56" name="Ink 55">
                <a:extLst>
                  <a:ext uri="{FF2B5EF4-FFF2-40B4-BE49-F238E27FC236}">
                    <a16:creationId xmlns:a16="http://schemas.microsoft.com/office/drawing/2014/main" id="{C415F099-EAD9-A2FB-4C3B-D91D1C7F1B8D}"/>
                  </a:ext>
                </a:extLst>
              </p14:cNvPr>
              <p14:cNvContentPartPr/>
              <p14:nvPr/>
            </p14:nvContentPartPr>
            <p14:xfrm>
              <a:off x="13353960" y="8000880"/>
              <a:ext cx="88200" cy="360"/>
            </p14:xfrm>
          </p:contentPart>
        </mc:Choice>
        <mc:Fallback>
          <p:pic>
            <p:nvPicPr>
              <p:cNvPr id="56" name="Ink 55">
                <a:extLst>
                  <a:ext uri="{FF2B5EF4-FFF2-40B4-BE49-F238E27FC236}">
                    <a16:creationId xmlns:a16="http://schemas.microsoft.com/office/drawing/2014/main" id="{C415F099-EAD9-A2FB-4C3B-D91D1C7F1B8D}"/>
                  </a:ext>
                </a:extLst>
              </p:cNvPr>
              <p:cNvPicPr/>
              <p:nvPr/>
            </p:nvPicPr>
            <p:blipFill>
              <a:blip r:embed="rId20"/>
              <a:stretch>
                <a:fillRect/>
              </a:stretch>
            </p:blipFill>
            <p:spPr>
              <a:xfrm>
                <a:off x="13299960" y="7893240"/>
                <a:ext cx="19584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57" name="Ink 56">
                <a:extLst>
                  <a:ext uri="{FF2B5EF4-FFF2-40B4-BE49-F238E27FC236}">
                    <a16:creationId xmlns:a16="http://schemas.microsoft.com/office/drawing/2014/main" id="{48AACEF9-E1DF-38C4-2DFC-B36866C6978A}"/>
                  </a:ext>
                </a:extLst>
              </p14:cNvPr>
              <p14:cNvContentPartPr/>
              <p14:nvPr/>
            </p14:nvContentPartPr>
            <p14:xfrm>
              <a:off x="13246680" y="8000880"/>
              <a:ext cx="27360" cy="6120"/>
            </p14:xfrm>
          </p:contentPart>
        </mc:Choice>
        <mc:Fallback>
          <p:pic>
            <p:nvPicPr>
              <p:cNvPr id="57" name="Ink 56">
                <a:extLst>
                  <a:ext uri="{FF2B5EF4-FFF2-40B4-BE49-F238E27FC236}">
                    <a16:creationId xmlns:a16="http://schemas.microsoft.com/office/drawing/2014/main" id="{48AACEF9-E1DF-38C4-2DFC-B36866C6978A}"/>
                  </a:ext>
                </a:extLst>
              </p:cNvPr>
              <p:cNvPicPr/>
              <p:nvPr/>
            </p:nvPicPr>
            <p:blipFill>
              <a:blip r:embed="rId65"/>
              <a:stretch>
                <a:fillRect/>
              </a:stretch>
            </p:blipFill>
            <p:spPr>
              <a:xfrm>
                <a:off x="13192680" y="7893240"/>
                <a:ext cx="135000" cy="22176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58" name="Ink 57">
                <a:extLst>
                  <a:ext uri="{FF2B5EF4-FFF2-40B4-BE49-F238E27FC236}">
                    <a16:creationId xmlns:a16="http://schemas.microsoft.com/office/drawing/2014/main" id="{F2C10A00-EA71-D64A-306B-00B6124ACE1E}"/>
                  </a:ext>
                </a:extLst>
              </p14:cNvPr>
              <p14:cNvContentPartPr/>
              <p14:nvPr/>
            </p14:nvContentPartPr>
            <p14:xfrm>
              <a:off x="13167120" y="7977120"/>
              <a:ext cx="65520" cy="38880"/>
            </p14:xfrm>
          </p:contentPart>
        </mc:Choice>
        <mc:Fallback>
          <p:pic>
            <p:nvPicPr>
              <p:cNvPr id="58" name="Ink 57">
                <a:extLst>
                  <a:ext uri="{FF2B5EF4-FFF2-40B4-BE49-F238E27FC236}">
                    <a16:creationId xmlns:a16="http://schemas.microsoft.com/office/drawing/2014/main" id="{F2C10A00-EA71-D64A-306B-00B6124ACE1E}"/>
                  </a:ext>
                </a:extLst>
              </p:cNvPr>
              <p:cNvPicPr/>
              <p:nvPr/>
            </p:nvPicPr>
            <p:blipFill>
              <a:blip r:embed="rId67"/>
              <a:stretch>
                <a:fillRect/>
              </a:stretch>
            </p:blipFill>
            <p:spPr>
              <a:xfrm>
                <a:off x="13113120" y="7869480"/>
                <a:ext cx="173160" cy="25452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59" name="Ink 58">
                <a:extLst>
                  <a:ext uri="{FF2B5EF4-FFF2-40B4-BE49-F238E27FC236}">
                    <a16:creationId xmlns:a16="http://schemas.microsoft.com/office/drawing/2014/main" id="{027B9C2C-9B50-9DA9-AEFA-2253E42A2398}"/>
                  </a:ext>
                </a:extLst>
              </p14:cNvPr>
              <p14:cNvContentPartPr/>
              <p14:nvPr/>
            </p14:nvContentPartPr>
            <p14:xfrm>
              <a:off x="13304280" y="7955160"/>
              <a:ext cx="72360" cy="15840"/>
            </p14:xfrm>
          </p:contentPart>
        </mc:Choice>
        <mc:Fallback>
          <p:pic>
            <p:nvPicPr>
              <p:cNvPr id="59" name="Ink 58">
                <a:extLst>
                  <a:ext uri="{FF2B5EF4-FFF2-40B4-BE49-F238E27FC236}">
                    <a16:creationId xmlns:a16="http://schemas.microsoft.com/office/drawing/2014/main" id="{027B9C2C-9B50-9DA9-AEFA-2253E42A2398}"/>
                  </a:ext>
                </a:extLst>
              </p:cNvPr>
              <p:cNvPicPr/>
              <p:nvPr/>
            </p:nvPicPr>
            <p:blipFill>
              <a:blip r:embed="rId69"/>
              <a:stretch>
                <a:fillRect/>
              </a:stretch>
            </p:blipFill>
            <p:spPr>
              <a:xfrm>
                <a:off x="13250280" y="7847160"/>
                <a:ext cx="180000" cy="23148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60" name="Ink 59">
                <a:extLst>
                  <a:ext uri="{FF2B5EF4-FFF2-40B4-BE49-F238E27FC236}">
                    <a16:creationId xmlns:a16="http://schemas.microsoft.com/office/drawing/2014/main" id="{03C87B3B-4511-28C2-7B5E-43EDDC993CE5}"/>
                  </a:ext>
                </a:extLst>
              </p14:cNvPr>
              <p14:cNvContentPartPr/>
              <p14:nvPr/>
            </p14:nvContentPartPr>
            <p14:xfrm>
              <a:off x="13517760" y="7924560"/>
              <a:ext cx="56520" cy="15840"/>
            </p14:xfrm>
          </p:contentPart>
        </mc:Choice>
        <mc:Fallback>
          <p:pic>
            <p:nvPicPr>
              <p:cNvPr id="60" name="Ink 59">
                <a:extLst>
                  <a:ext uri="{FF2B5EF4-FFF2-40B4-BE49-F238E27FC236}">
                    <a16:creationId xmlns:a16="http://schemas.microsoft.com/office/drawing/2014/main" id="{03C87B3B-4511-28C2-7B5E-43EDDC993CE5}"/>
                  </a:ext>
                </a:extLst>
              </p:cNvPr>
              <p:cNvPicPr/>
              <p:nvPr/>
            </p:nvPicPr>
            <p:blipFill>
              <a:blip r:embed="rId71"/>
              <a:stretch>
                <a:fillRect/>
              </a:stretch>
            </p:blipFill>
            <p:spPr>
              <a:xfrm>
                <a:off x="13464120" y="7816560"/>
                <a:ext cx="164160" cy="23148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61" name="Ink 60">
                <a:extLst>
                  <a:ext uri="{FF2B5EF4-FFF2-40B4-BE49-F238E27FC236}">
                    <a16:creationId xmlns:a16="http://schemas.microsoft.com/office/drawing/2014/main" id="{9DE7B986-40E6-83BC-68E9-856D56EB9981}"/>
                  </a:ext>
                </a:extLst>
              </p14:cNvPr>
              <p14:cNvContentPartPr/>
              <p14:nvPr/>
            </p14:nvContentPartPr>
            <p14:xfrm>
              <a:off x="13581840" y="7909440"/>
              <a:ext cx="28080" cy="360"/>
            </p14:xfrm>
          </p:contentPart>
        </mc:Choice>
        <mc:Fallback>
          <p:pic>
            <p:nvPicPr>
              <p:cNvPr id="61" name="Ink 60">
                <a:extLst>
                  <a:ext uri="{FF2B5EF4-FFF2-40B4-BE49-F238E27FC236}">
                    <a16:creationId xmlns:a16="http://schemas.microsoft.com/office/drawing/2014/main" id="{9DE7B986-40E6-83BC-68E9-856D56EB9981}"/>
                  </a:ext>
                </a:extLst>
              </p:cNvPr>
              <p:cNvPicPr/>
              <p:nvPr/>
            </p:nvPicPr>
            <p:blipFill>
              <a:blip r:embed="rId10"/>
              <a:stretch>
                <a:fillRect/>
              </a:stretch>
            </p:blipFill>
            <p:spPr>
              <a:xfrm>
                <a:off x="13528200" y="7801440"/>
                <a:ext cx="1357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62" name="Ink 61">
                <a:extLst>
                  <a:ext uri="{FF2B5EF4-FFF2-40B4-BE49-F238E27FC236}">
                    <a16:creationId xmlns:a16="http://schemas.microsoft.com/office/drawing/2014/main" id="{D1290B91-430B-0EA1-D953-FCD8ED3F74FC}"/>
                  </a:ext>
                </a:extLst>
              </p14:cNvPr>
              <p14:cNvContentPartPr/>
              <p14:nvPr/>
            </p14:nvContentPartPr>
            <p14:xfrm>
              <a:off x="13438560" y="7909440"/>
              <a:ext cx="33480" cy="360"/>
            </p14:xfrm>
          </p:contentPart>
        </mc:Choice>
        <mc:Fallback>
          <p:pic>
            <p:nvPicPr>
              <p:cNvPr id="62" name="Ink 61">
                <a:extLst>
                  <a:ext uri="{FF2B5EF4-FFF2-40B4-BE49-F238E27FC236}">
                    <a16:creationId xmlns:a16="http://schemas.microsoft.com/office/drawing/2014/main" id="{D1290B91-430B-0EA1-D953-FCD8ED3F74FC}"/>
                  </a:ext>
                </a:extLst>
              </p:cNvPr>
              <p:cNvPicPr/>
              <p:nvPr/>
            </p:nvPicPr>
            <p:blipFill>
              <a:blip r:embed="rId22"/>
              <a:stretch>
                <a:fillRect/>
              </a:stretch>
            </p:blipFill>
            <p:spPr>
              <a:xfrm>
                <a:off x="13384920" y="7801440"/>
                <a:ext cx="1411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63" name="Ink 62">
                <a:extLst>
                  <a:ext uri="{FF2B5EF4-FFF2-40B4-BE49-F238E27FC236}">
                    <a16:creationId xmlns:a16="http://schemas.microsoft.com/office/drawing/2014/main" id="{76AB01F4-FE17-2823-25CC-D94C5DEE93D7}"/>
                  </a:ext>
                </a:extLst>
              </p14:cNvPr>
              <p14:cNvContentPartPr/>
              <p14:nvPr/>
            </p14:nvContentPartPr>
            <p14:xfrm>
              <a:off x="13201320" y="7878840"/>
              <a:ext cx="88200" cy="360"/>
            </p14:xfrm>
          </p:contentPart>
        </mc:Choice>
        <mc:Fallback>
          <p:pic>
            <p:nvPicPr>
              <p:cNvPr id="63" name="Ink 62">
                <a:extLst>
                  <a:ext uri="{FF2B5EF4-FFF2-40B4-BE49-F238E27FC236}">
                    <a16:creationId xmlns:a16="http://schemas.microsoft.com/office/drawing/2014/main" id="{76AB01F4-FE17-2823-25CC-D94C5DEE93D7}"/>
                  </a:ext>
                </a:extLst>
              </p:cNvPr>
              <p:cNvPicPr/>
              <p:nvPr/>
            </p:nvPicPr>
            <p:blipFill>
              <a:blip r:embed="rId20"/>
              <a:stretch>
                <a:fillRect/>
              </a:stretch>
            </p:blipFill>
            <p:spPr>
              <a:xfrm>
                <a:off x="13147680" y="7770840"/>
                <a:ext cx="19584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64" name="Ink 63">
                <a:extLst>
                  <a:ext uri="{FF2B5EF4-FFF2-40B4-BE49-F238E27FC236}">
                    <a16:creationId xmlns:a16="http://schemas.microsoft.com/office/drawing/2014/main" id="{63E60923-6685-9091-2F65-3541137C5535}"/>
                  </a:ext>
                </a:extLst>
              </p14:cNvPr>
              <p14:cNvContentPartPr/>
              <p14:nvPr/>
            </p14:nvContentPartPr>
            <p14:xfrm>
              <a:off x="13045080" y="7878840"/>
              <a:ext cx="15840" cy="360"/>
            </p14:xfrm>
          </p:contentPart>
        </mc:Choice>
        <mc:Fallback>
          <p:pic>
            <p:nvPicPr>
              <p:cNvPr id="64" name="Ink 63">
                <a:extLst>
                  <a:ext uri="{FF2B5EF4-FFF2-40B4-BE49-F238E27FC236}">
                    <a16:creationId xmlns:a16="http://schemas.microsoft.com/office/drawing/2014/main" id="{63E60923-6685-9091-2F65-3541137C5535}"/>
                  </a:ext>
                </a:extLst>
              </p:cNvPr>
              <p:cNvPicPr/>
              <p:nvPr/>
            </p:nvPicPr>
            <p:blipFill>
              <a:blip r:embed="rId35"/>
              <a:stretch>
                <a:fillRect/>
              </a:stretch>
            </p:blipFill>
            <p:spPr>
              <a:xfrm>
                <a:off x="12991440" y="7770840"/>
                <a:ext cx="12348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65" name="Ink 64">
                <a:extLst>
                  <a:ext uri="{FF2B5EF4-FFF2-40B4-BE49-F238E27FC236}">
                    <a16:creationId xmlns:a16="http://schemas.microsoft.com/office/drawing/2014/main" id="{4B26C511-2F77-401F-C6D3-564A061159CD}"/>
                  </a:ext>
                </a:extLst>
              </p14:cNvPr>
              <p14:cNvContentPartPr/>
              <p14:nvPr/>
            </p14:nvContentPartPr>
            <p14:xfrm>
              <a:off x="12984240" y="7878840"/>
              <a:ext cx="15840" cy="360"/>
            </p14:xfrm>
          </p:contentPart>
        </mc:Choice>
        <mc:Fallback>
          <p:pic>
            <p:nvPicPr>
              <p:cNvPr id="65" name="Ink 64">
                <a:extLst>
                  <a:ext uri="{FF2B5EF4-FFF2-40B4-BE49-F238E27FC236}">
                    <a16:creationId xmlns:a16="http://schemas.microsoft.com/office/drawing/2014/main" id="{4B26C511-2F77-401F-C6D3-564A061159CD}"/>
                  </a:ext>
                </a:extLst>
              </p:cNvPr>
              <p:cNvPicPr/>
              <p:nvPr/>
            </p:nvPicPr>
            <p:blipFill>
              <a:blip r:embed="rId35"/>
              <a:stretch>
                <a:fillRect/>
              </a:stretch>
            </p:blipFill>
            <p:spPr>
              <a:xfrm>
                <a:off x="12930240" y="7770840"/>
                <a:ext cx="12348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66" name="Ink 65">
                <a:extLst>
                  <a:ext uri="{FF2B5EF4-FFF2-40B4-BE49-F238E27FC236}">
                    <a16:creationId xmlns:a16="http://schemas.microsoft.com/office/drawing/2014/main" id="{716107B5-DAB4-2524-D848-2EEA07FF3F90}"/>
                  </a:ext>
                </a:extLst>
              </p14:cNvPr>
              <p14:cNvContentPartPr/>
              <p14:nvPr/>
            </p14:nvContentPartPr>
            <p14:xfrm>
              <a:off x="12892800" y="7924920"/>
              <a:ext cx="360" cy="6120"/>
            </p14:xfrm>
          </p:contentPart>
        </mc:Choice>
        <mc:Fallback>
          <p:pic>
            <p:nvPicPr>
              <p:cNvPr id="66" name="Ink 65">
                <a:extLst>
                  <a:ext uri="{FF2B5EF4-FFF2-40B4-BE49-F238E27FC236}">
                    <a16:creationId xmlns:a16="http://schemas.microsoft.com/office/drawing/2014/main" id="{716107B5-DAB4-2524-D848-2EEA07FF3F90}"/>
                  </a:ext>
                </a:extLst>
              </p:cNvPr>
              <p:cNvPicPr/>
              <p:nvPr/>
            </p:nvPicPr>
            <p:blipFill>
              <a:blip r:embed="rId78"/>
              <a:stretch>
                <a:fillRect/>
              </a:stretch>
            </p:blipFill>
            <p:spPr>
              <a:xfrm>
                <a:off x="12839160" y="7816920"/>
                <a:ext cx="108000" cy="22176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67" name="Ink 66">
                <a:extLst>
                  <a:ext uri="{FF2B5EF4-FFF2-40B4-BE49-F238E27FC236}">
                    <a16:creationId xmlns:a16="http://schemas.microsoft.com/office/drawing/2014/main" id="{D85503EA-6F2A-1C47-44CC-FE1A80FBC092}"/>
                  </a:ext>
                </a:extLst>
              </p14:cNvPr>
              <p14:cNvContentPartPr/>
              <p14:nvPr/>
            </p14:nvContentPartPr>
            <p14:xfrm>
              <a:off x="12923400" y="7985400"/>
              <a:ext cx="41400" cy="26280"/>
            </p14:xfrm>
          </p:contentPart>
        </mc:Choice>
        <mc:Fallback>
          <p:pic>
            <p:nvPicPr>
              <p:cNvPr id="67" name="Ink 66">
                <a:extLst>
                  <a:ext uri="{FF2B5EF4-FFF2-40B4-BE49-F238E27FC236}">
                    <a16:creationId xmlns:a16="http://schemas.microsoft.com/office/drawing/2014/main" id="{D85503EA-6F2A-1C47-44CC-FE1A80FBC092}"/>
                  </a:ext>
                </a:extLst>
              </p:cNvPr>
              <p:cNvPicPr/>
              <p:nvPr/>
            </p:nvPicPr>
            <p:blipFill>
              <a:blip r:embed="rId80"/>
              <a:stretch>
                <a:fillRect/>
              </a:stretch>
            </p:blipFill>
            <p:spPr>
              <a:xfrm>
                <a:off x="12869400" y="7877400"/>
                <a:ext cx="149040" cy="24192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68" name="Ink 67">
                <a:extLst>
                  <a:ext uri="{FF2B5EF4-FFF2-40B4-BE49-F238E27FC236}">
                    <a16:creationId xmlns:a16="http://schemas.microsoft.com/office/drawing/2014/main" id="{0E974BF0-C75B-703A-D2B3-477F519BC8FA}"/>
                  </a:ext>
                </a:extLst>
              </p14:cNvPr>
              <p14:cNvContentPartPr/>
              <p14:nvPr/>
            </p14:nvContentPartPr>
            <p14:xfrm>
              <a:off x="13076040" y="7967400"/>
              <a:ext cx="9360" cy="18360"/>
            </p14:xfrm>
          </p:contentPart>
        </mc:Choice>
        <mc:Fallback>
          <p:pic>
            <p:nvPicPr>
              <p:cNvPr id="68" name="Ink 67">
                <a:extLst>
                  <a:ext uri="{FF2B5EF4-FFF2-40B4-BE49-F238E27FC236}">
                    <a16:creationId xmlns:a16="http://schemas.microsoft.com/office/drawing/2014/main" id="{0E974BF0-C75B-703A-D2B3-477F519BC8FA}"/>
                  </a:ext>
                </a:extLst>
              </p:cNvPr>
              <p:cNvPicPr/>
              <p:nvPr/>
            </p:nvPicPr>
            <p:blipFill>
              <a:blip r:embed="rId82"/>
              <a:stretch>
                <a:fillRect/>
              </a:stretch>
            </p:blipFill>
            <p:spPr>
              <a:xfrm>
                <a:off x="13022040" y="7859760"/>
                <a:ext cx="117000" cy="23400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69" name="Ink 68">
                <a:extLst>
                  <a:ext uri="{FF2B5EF4-FFF2-40B4-BE49-F238E27FC236}">
                    <a16:creationId xmlns:a16="http://schemas.microsoft.com/office/drawing/2014/main" id="{A2B76197-E6C4-829E-4289-91EC6D024FF0}"/>
                  </a:ext>
                </a:extLst>
              </p14:cNvPr>
              <p14:cNvContentPartPr/>
              <p14:nvPr/>
            </p14:nvContentPartPr>
            <p14:xfrm>
              <a:off x="13365120" y="7851480"/>
              <a:ext cx="39960" cy="12600"/>
            </p14:xfrm>
          </p:contentPart>
        </mc:Choice>
        <mc:Fallback>
          <p:pic>
            <p:nvPicPr>
              <p:cNvPr id="69" name="Ink 68">
                <a:extLst>
                  <a:ext uri="{FF2B5EF4-FFF2-40B4-BE49-F238E27FC236}">
                    <a16:creationId xmlns:a16="http://schemas.microsoft.com/office/drawing/2014/main" id="{A2B76197-E6C4-829E-4289-91EC6D024FF0}"/>
                  </a:ext>
                </a:extLst>
              </p:cNvPr>
              <p:cNvPicPr/>
              <p:nvPr/>
            </p:nvPicPr>
            <p:blipFill>
              <a:blip r:embed="rId84"/>
              <a:stretch>
                <a:fillRect/>
              </a:stretch>
            </p:blipFill>
            <p:spPr>
              <a:xfrm>
                <a:off x="13311480" y="7743840"/>
                <a:ext cx="147600" cy="22824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70" name="Ink 69">
                <a:extLst>
                  <a:ext uri="{FF2B5EF4-FFF2-40B4-BE49-F238E27FC236}">
                    <a16:creationId xmlns:a16="http://schemas.microsoft.com/office/drawing/2014/main" id="{E44FA2D6-134F-4D9C-2B94-F74E2AFD834F}"/>
                  </a:ext>
                </a:extLst>
              </p14:cNvPr>
              <p14:cNvContentPartPr/>
              <p14:nvPr/>
            </p14:nvContentPartPr>
            <p14:xfrm>
              <a:off x="13289160" y="7848240"/>
              <a:ext cx="360" cy="360"/>
            </p14:xfrm>
          </p:contentPart>
        </mc:Choice>
        <mc:Fallback>
          <p:pic>
            <p:nvPicPr>
              <p:cNvPr id="70" name="Ink 69">
                <a:extLst>
                  <a:ext uri="{FF2B5EF4-FFF2-40B4-BE49-F238E27FC236}">
                    <a16:creationId xmlns:a16="http://schemas.microsoft.com/office/drawing/2014/main" id="{E44FA2D6-134F-4D9C-2B94-F74E2AFD834F}"/>
                  </a:ext>
                </a:extLst>
              </p:cNvPr>
              <p:cNvPicPr/>
              <p:nvPr/>
            </p:nvPicPr>
            <p:blipFill>
              <a:blip r:embed="rId5"/>
              <a:stretch>
                <a:fillRect/>
              </a:stretch>
            </p:blipFill>
            <p:spPr>
              <a:xfrm>
                <a:off x="13235160" y="774060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71" name="Ink 70">
                <a:extLst>
                  <a:ext uri="{FF2B5EF4-FFF2-40B4-BE49-F238E27FC236}">
                    <a16:creationId xmlns:a16="http://schemas.microsoft.com/office/drawing/2014/main" id="{16E16DF0-DD97-519F-3ADC-04A6093099C2}"/>
                  </a:ext>
                </a:extLst>
              </p14:cNvPr>
              <p14:cNvContentPartPr/>
              <p14:nvPr/>
            </p14:nvContentPartPr>
            <p14:xfrm>
              <a:off x="13186920" y="7848240"/>
              <a:ext cx="41400" cy="360"/>
            </p14:xfrm>
          </p:contentPart>
        </mc:Choice>
        <mc:Fallback>
          <p:pic>
            <p:nvPicPr>
              <p:cNvPr id="71" name="Ink 70">
                <a:extLst>
                  <a:ext uri="{FF2B5EF4-FFF2-40B4-BE49-F238E27FC236}">
                    <a16:creationId xmlns:a16="http://schemas.microsoft.com/office/drawing/2014/main" id="{16E16DF0-DD97-519F-3ADC-04A6093099C2}"/>
                  </a:ext>
                </a:extLst>
              </p:cNvPr>
              <p:cNvPicPr/>
              <p:nvPr/>
            </p:nvPicPr>
            <p:blipFill>
              <a:blip r:embed="rId22"/>
              <a:stretch>
                <a:fillRect/>
              </a:stretch>
            </p:blipFill>
            <p:spPr>
              <a:xfrm>
                <a:off x="13133280" y="7740600"/>
                <a:ext cx="14904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87">
            <p14:nvContentPartPr>
              <p14:cNvPr id="72" name="Ink 71">
                <a:extLst>
                  <a:ext uri="{FF2B5EF4-FFF2-40B4-BE49-F238E27FC236}">
                    <a16:creationId xmlns:a16="http://schemas.microsoft.com/office/drawing/2014/main" id="{71FA0F68-47F6-0D0C-E824-82318C69E6B6}"/>
                  </a:ext>
                </a:extLst>
              </p14:cNvPr>
              <p14:cNvContentPartPr/>
              <p14:nvPr/>
            </p14:nvContentPartPr>
            <p14:xfrm>
              <a:off x="13105920" y="7833480"/>
              <a:ext cx="15840" cy="360"/>
            </p14:xfrm>
          </p:contentPart>
        </mc:Choice>
        <mc:Fallback>
          <p:pic>
            <p:nvPicPr>
              <p:cNvPr id="72" name="Ink 71">
                <a:extLst>
                  <a:ext uri="{FF2B5EF4-FFF2-40B4-BE49-F238E27FC236}">
                    <a16:creationId xmlns:a16="http://schemas.microsoft.com/office/drawing/2014/main" id="{71FA0F68-47F6-0D0C-E824-82318C69E6B6}"/>
                  </a:ext>
                </a:extLst>
              </p:cNvPr>
              <p:cNvPicPr/>
              <p:nvPr/>
            </p:nvPicPr>
            <p:blipFill>
              <a:blip r:embed="rId35"/>
              <a:stretch>
                <a:fillRect/>
              </a:stretch>
            </p:blipFill>
            <p:spPr>
              <a:xfrm>
                <a:off x="13052280" y="7725480"/>
                <a:ext cx="12348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73" name="Ink 72">
                <a:extLst>
                  <a:ext uri="{FF2B5EF4-FFF2-40B4-BE49-F238E27FC236}">
                    <a16:creationId xmlns:a16="http://schemas.microsoft.com/office/drawing/2014/main" id="{91666DA8-F06E-7D27-54B5-1F137CB26FB3}"/>
                  </a:ext>
                </a:extLst>
              </p14:cNvPr>
              <p14:cNvContentPartPr/>
              <p14:nvPr/>
            </p14:nvContentPartPr>
            <p14:xfrm>
              <a:off x="13105920" y="7817640"/>
              <a:ext cx="81720" cy="360"/>
            </p14:xfrm>
          </p:contentPart>
        </mc:Choice>
        <mc:Fallback>
          <p:pic>
            <p:nvPicPr>
              <p:cNvPr id="73" name="Ink 72">
                <a:extLst>
                  <a:ext uri="{FF2B5EF4-FFF2-40B4-BE49-F238E27FC236}">
                    <a16:creationId xmlns:a16="http://schemas.microsoft.com/office/drawing/2014/main" id="{91666DA8-F06E-7D27-54B5-1F137CB26FB3}"/>
                  </a:ext>
                </a:extLst>
              </p:cNvPr>
              <p:cNvPicPr/>
              <p:nvPr/>
            </p:nvPicPr>
            <p:blipFill>
              <a:blip r:embed="rId20"/>
              <a:stretch>
                <a:fillRect/>
              </a:stretch>
            </p:blipFill>
            <p:spPr>
              <a:xfrm>
                <a:off x="13052280" y="7710000"/>
                <a:ext cx="1893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89">
            <p14:nvContentPartPr>
              <p14:cNvPr id="74" name="Ink 73">
                <a:extLst>
                  <a:ext uri="{FF2B5EF4-FFF2-40B4-BE49-F238E27FC236}">
                    <a16:creationId xmlns:a16="http://schemas.microsoft.com/office/drawing/2014/main" id="{6DF9E323-80A3-D76B-7943-09A4E235BDE8}"/>
                  </a:ext>
                </a:extLst>
              </p14:cNvPr>
              <p14:cNvContentPartPr/>
              <p14:nvPr/>
            </p14:nvContentPartPr>
            <p14:xfrm>
              <a:off x="13548360" y="7802880"/>
              <a:ext cx="127800" cy="360"/>
            </p14:xfrm>
          </p:contentPart>
        </mc:Choice>
        <mc:Fallback>
          <p:pic>
            <p:nvPicPr>
              <p:cNvPr id="74" name="Ink 73">
                <a:extLst>
                  <a:ext uri="{FF2B5EF4-FFF2-40B4-BE49-F238E27FC236}">
                    <a16:creationId xmlns:a16="http://schemas.microsoft.com/office/drawing/2014/main" id="{6DF9E323-80A3-D76B-7943-09A4E235BDE8}"/>
                  </a:ext>
                </a:extLst>
              </p:cNvPr>
              <p:cNvPicPr/>
              <p:nvPr/>
            </p:nvPicPr>
            <p:blipFill>
              <a:blip r:embed="rId26"/>
              <a:stretch>
                <a:fillRect/>
              </a:stretch>
            </p:blipFill>
            <p:spPr>
              <a:xfrm>
                <a:off x="13494360" y="7694880"/>
                <a:ext cx="23544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75" name="Ink 74">
                <a:extLst>
                  <a:ext uri="{FF2B5EF4-FFF2-40B4-BE49-F238E27FC236}">
                    <a16:creationId xmlns:a16="http://schemas.microsoft.com/office/drawing/2014/main" id="{A48D9EE7-EB04-365F-1B85-CC63424D49CD}"/>
                  </a:ext>
                </a:extLst>
              </p14:cNvPr>
              <p14:cNvContentPartPr/>
              <p14:nvPr/>
            </p14:nvContentPartPr>
            <p14:xfrm>
              <a:off x="13776960" y="7802880"/>
              <a:ext cx="72000" cy="360"/>
            </p14:xfrm>
          </p:contentPart>
        </mc:Choice>
        <mc:Fallback>
          <p:pic>
            <p:nvPicPr>
              <p:cNvPr id="75" name="Ink 74">
                <a:extLst>
                  <a:ext uri="{FF2B5EF4-FFF2-40B4-BE49-F238E27FC236}">
                    <a16:creationId xmlns:a16="http://schemas.microsoft.com/office/drawing/2014/main" id="{A48D9EE7-EB04-365F-1B85-CC63424D49CD}"/>
                  </a:ext>
                </a:extLst>
              </p:cNvPr>
              <p:cNvPicPr/>
              <p:nvPr/>
            </p:nvPicPr>
            <p:blipFill>
              <a:blip r:embed="rId52"/>
              <a:stretch>
                <a:fillRect/>
              </a:stretch>
            </p:blipFill>
            <p:spPr>
              <a:xfrm>
                <a:off x="13723320" y="7694880"/>
                <a:ext cx="17964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91">
            <p14:nvContentPartPr>
              <p14:cNvPr id="76" name="Ink 75">
                <a:extLst>
                  <a:ext uri="{FF2B5EF4-FFF2-40B4-BE49-F238E27FC236}">
                    <a16:creationId xmlns:a16="http://schemas.microsoft.com/office/drawing/2014/main" id="{B94E327C-3433-5E99-5438-933A5017CDAF}"/>
                  </a:ext>
                </a:extLst>
              </p14:cNvPr>
              <p14:cNvContentPartPr/>
              <p14:nvPr/>
            </p14:nvContentPartPr>
            <p14:xfrm>
              <a:off x="13990080" y="7802880"/>
              <a:ext cx="84240" cy="12240"/>
            </p14:xfrm>
          </p:contentPart>
        </mc:Choice>
        <mc:Fallback>
          <p:pic>
            <p:nvPicPr>
              <p:cNvPr id="76" name="Ink 75">
                <a:extLst>
                  <a:ext uri="{FF2B5EF4-FFF2-40B4-BE49-F238E27FC236}">
                    <a16:creationId xmlns:a16="http://schemas.microsoft.com/office/drawing/2014/main" id="{B94E327C-3433-5E99-5438-933A5017CDAF}"/>
                  </a:ext>
                </a:extLst>
              </p:cNvPr>
              <p:cNvPicPr/>
              <p:nvPr/>
            </p:nvPicPr>
            <p:blipFill>
              <a:blip r:embed="rId92"/>
              <a:stretch>
                <a:fillRect/>
              </a:stretch>
            </p:blipFill>
            <p:spPr>
              <a:xfrm>
                <a:off x="13936440" y="7694880"/>
                <a:ext cx="191880" cy="227880"/>
              </a:xfrm>
              <a:prstGeom prst="rect">
                <a:avLst/>
              </a:prstGeom>
            </p:spPr>
          </p:pic>
        </mc:Fallback>
      </mc:AlternateContent>
      <mc:AlternateContent xmlns:mc="http://schemas.openxmlformats.org/markup-compatibility/2006">
        <mc:Choice xmlns:p14="http://schemas.microsoft.com/office/powerpoint/2010/main" Requires="p14">
          <p:contentPart p14:bwMode="auto" r:id="rId93">
            <p14:nvContentPartPr>
              <p14:cNvPr id="77" name="Ink 76">
                <a:extLst>
                  <a:ext uri="{FF2B5EF4-FFF2-40B4-BE49-F238E27FC236}">
                    <a16:creationId xmlns:a16="http://schemas.microsoft.com/office/drawing/2014/main" id="{56AB93B2-0246-6806-C05A-AFE8F96F56B2}"/>
                  </a:ext>
                </a:extLst>
              </p14:cNvPr>
              <p14:cNvContentPartPr/>
              <p14:nvPr/>
            </p14:nvContentPartPr>
            <p14:xfrm>
              <a:off x="14188440" y="7833480"/>
              <a:ext cx="27720" cy="360"/>
            </p14:xfrm>
          </p:contentPart>
        </mc:Choice>
        <mc:Fallback>
          <p:pic>
            <p:nvPicPr>
              <p:cNvPr id="77" name="Ink 76">
                <a:extLst>
                  <a:ext uri="{FF2B5EF4-FFF2-40B4-BE49-F238E27FC236}">
                    <a16:creationId xmlns:a16="http://schemas.microsoft.com/office/drawing/2014/main" id="{56AB93B2-0246-6806-C05A-AFE8F96F56B2}"/>
                  </a:ext>
                </a:extLst>
              </p:cNvPr>
              <p:cNvPicPr/>
              <p:nvPr/>
            </p:nvPicPr>
            <p:blipFill>
              <a:blip r:embed="rId10"/>
              <a:stretch>
                <a:fillRect/>
              </a:stretch>
            </p:blipFill>
            <p:spPr>
              <a:xfrm>
                <a:off x="14134440" y="7725480"/>
                <a:ext cx="1353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78" name="Ink 77">
                <a:extLst>
                  <a:ext uri="{FF2B5EF4-FFF2-40B4-BE49-F238E27FC236}">
                    <a16:creationId xmlns:a16="http://schemas.microsoft.com/office/drawing/2014/main" id="{00375A68-10B0-4C55-985A-9A73C2F5519D}"/>
                  </a:ext>
                </a:extLst>
              </p14:cNvPr>
              <p14:cNvContentPartPr/>
              <p14:nvPr/>
            </p14:nvContentPartPr>
            <p14:xfrm>
              <a:off x="14295000" y="7848240"/>
              <a:ext cx="15840" cy="360"/>
            </p14:xfrm>
          </p:contentPart>
        </mc:Choice>
        <mc:Fallback>
          <p:pic>
            <p:nvPicPr>
              <p:cNvPr id="78" name="Ink 77">
                <a:extLst>
                  <a:ext uri="{FF2B5EF4-FFF2-40B4-BE49-F238E27FC236}">
                    <a16:creationId xmlns:a16="http://schemas.microsoft.com/office/drawing/2014/main" id="{00375A68-10B0-4C55-985A-9A73C2F5519D}"/>
                  </a:ext>
                </a:extLst>
              </p:cNvPr>
              <p:cNvPicPr/>
              <p:nvPr/>
            </p:nvPicPr>
            <p:blipFill>
              <a:blip r:embed="rId35"/>
              <a:stretch>
                <a:fillRect/>
              </a:stretch>
            </p:blipFill>
            <p:spPr>
              <a:xfrm>
                <a:off x="14241000" y="7740600"/>
                <a:ext cx="12348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95">
            <p14:nvContentPartPr>
              <p14:cNvPr id="79" name="Ink 78">
                <a:extLst>
                  <a:ext uri="{FF2B5EF4-FFF2-40B4-BE49-F238E27FC236}">
                    <a16:creationId xmlns:a16="http://schemas.microsoft.com/office/drawing/2014/main" id="{9BEB851E-DE8D-7E7D-5A8C-412442169A51}"/>
                  </a:ext>
                </a:extLst>
              </p14:cNvPr>
              <p14:cNvContentPartPr/>
              <p14:nvPr/>
            </p14:nvContentPartPr>
            <p14:xfrm>
              <a:off x="14325240" y="7863720"/>
              <a:ext cx="52560" cy="35640"/>
            </p14:xfrm>
          </p:contentPart>
        </mc:Choice>
        <mc:Fallback>
          <p:pic>
            <p:nvPicPr>
              <p:cNvPr id="79" name="Ink 78">
                <a:extLst>
                  <a:ext uri="{FF2B5EF4-FFF2-40B4-BE49-F238E27FC236}">
                    <a16:creationId xmlns:a16="http://schemas.microsoft.com/office/drawing/2014/main" id="{9BEB851E-DE8D-7E7D-5A8C-412442169A51}"/>
                  </a:ext>
                </a:extLst>
              </p:cNvPr>
              <p:cNvPicPr/>
              <p:nvPr/>
            </p:nvPicPr>
            <p:blipFill>
              <a:blip r:embed="rId96"/>
              <a:stretch>
                <a:fillRect/>
              </a:stretch>
            </p:blipFill>
            <p:spPr>
              <a:xfrm>
                <a:off x="14271600" y="7756080"/>
                <a:ext cx="160200" cy="251280"/>
              </a:xfrm>
              <a:prstGeom prst="rect">
                <a:avLst/>
              </a:prstGeom>
            </p:spPr>
          </p:pic>
        </mc:Fallback>
      </mc:AlternateContent>
      <mc:AlternateContent xmlns:mc="http://schemas.openxmlformats.org/markup-compatibility/2006">
        <mc:Choice xmlns:p14="http://schemas.microsoft.com/office/powerpoint/2010/main" Requires="p14">
          <p:contentPart p14:bwMode="auto" r:id="rId97">
            <p14:nvContentPartPr>
              <p14:cNvPr id="80" name="Ink 79">
                <a:extLst>
                  <a:ext uri="{FF2B5EF4-FFF2-40B4-BE49-F238E27FC236}">
                    <a16:creationId xmlns:a16="http://schemas.microsoft.com/office/drawing/2014/main" id="{1CC0767B-39B9-10AE-00EB-C616ACC82DC3}"/>
                  </a:ext>
                </a:extLst>
              </p14:cNvPr>
              <p14:cNvContentPartPr/>
              <p14:nvPr/>
            </p14:nvContentPartPr>
            <p14:xfrm>
              <a:off x="14431800" y="7924920"/>
              <a:ext cx="360" cy="6120"/>
            </p14:xfrm>
          </p:contentPart>
        </mc:Choice>
        <mc:Fallback>
          <p:pic>
            <p:nvPicPr>
              <p:cNvPr id="80" name="Ink 79">
                <a:extLst>
                  <a:ext uri="{FF2B5EF4-FFF2-40B4-BE49-F238E27FC236}">
                    <a16:creationId xmlns:a16="http://schemas.microsoft.com/office/drawing/2014/main" id="{1CC0767B-39B9-10AE-00EB-C616ACC82DC3}"/>
                  </a:ext>
                </a:extLst>
              </p:cNvPr>
              <p:cNvPicPr/>
              <p:nvPr/>
            </p:nvPicPr>
            <p:blipFill>
              <a:blip r:embed="rId78"/>
              <a:stretch>
                <a:fillRect/>
              </a:stretch>
            </p:blipFill>
            <p:spPr>
              <a:xfrm>
                <a:off x="14378160" y="7816920"/>
                <a:ext cx="108000" cy="22176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81" name="Ink 80">
                <a:extLst>
                  <a:ext uri="{FF2B5EF4-FFF2-40B4-BE49-F238E27FC236}">
                    <a16:creationId xmlns:a16="http://schemas.microsoft.com/office/drawing/2014/main" id="{293E523B-3492-619A-00F7-03E67D5D4E7C}"/>
                  </a:ext>
                </a:extLst>
              </p14:cNvPr>
              <p14:cNvContentPartPr/>
              <p14:nvPr/>
            </p14:nvContentPartPr>
            <p14:xfrm>
              <a:off x="14431800" y="7940040"/>
              <a:ext cx="360" cy="360"/>
            </p14:xfrm>
          </p:contentPart>
        </mc:Choice>
        <mc:Fallback>
          <p:pic>
            <p:nvPicPr>
              <p:cNvPr id="81" name="Ink 80">
                <a:extLst>
                  <a:ext uri="{FF2B5EF4-FFF2-40B4-BE49-F238E27FC236}">
                    <a16:creationId xmlns:a16="http://schemas.microsoft.com/office/drawing/2014/main" id="{293E523B-3492-619A-00F7-03E67D5D4E7C}"/>
                  </a:ext>
                </a:extLst>
              </p:cNvPr>
              <p:cNvPicPr/>
              <p:nvPr/>
            </p:nvPicPr>
            <p:blipFill>
              <a:blip r:embed="rId5"/>
              <a:stretch>
                <a:fillRect/>
              </a:stretch>
            </p:blipFill>
            <p:spPr>
              <a:xfrm>
                <a:off x="14378160" y="783204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99">
            <p14:nvContentPartPr>
              <p14:cNvPr id="82" name="Ink 81">
                <a:extLst>
                  <a:ext uri="{FF2B5EF4-FFF2-40B4-BE49-F238E27FC236}">
                    <a16:creationId xmlns:a16="http://schemas.microsoft.com/office/drawing/2014/main" id="{897162DB-B441-36AE-C28F-2284B049B239}"/>
                  </a:ext>
                </a:extLst>
              </p14:cNvPr>
              <p14:cNvContentPartPr/>
              <p14:nvPr/>
            </p14:nvContentPartPr>
            <p14:xfrm>
              <a:off x="14386440" y="7970280"/>
              <a:ext cx="360" cy="6120"/>
            </p14:xfrm>
          </p:contentPart>
        </mc:Choice>
        <mc:Fallback>
          <p:pic>
            <p:nvPicPr>
              <p:cNvPr id="82" name="Ink 81">
                <a:extLst>
                  <a:ext uri="{FF2B5EF4-FFF2-40B4-BE49-F238E27FC236}">
                    <a16:creationId xmlns:a16="http://schemas.microsoft.com/office/drawing/2014/main" id="{897162DB-B441-36AE-C28F-2284B049B239}"/>
                  </a:ext>
                </a:extLst>
              </p:cNvPr>
              <p:cNvPicPr/>
              <p:nvPr/>
            </p:nvPicPr>
            <p:blipFill>
              <a:blip r:embed="rId78"/>
              <a:stretch>
                <a:fillRect/>
              </a:stretch>
            </p:blipFill>
            <p:spPr>
              <a:xfrm>
                <a:off x="14332440" y="7862640"/>
                <a:ext cx="108000" cy="22176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83" name="Ink 82">
                <a:extLst>
                  <a:ext uri="{FF2B5EF4-FFF2-40B4-BE49-F238E27FC236}">
                    <a16:creationId xmlns:a16="http://schemas.microsoft.com/office/drawing/2014/main" id="{C4C07AA7-344D-790A-B60D-647267B20C86}"/>
                  </a:ext>
                </a:extLst>
              </p14:cNvPr>
              <p14:cNvContentPartPr/>
              <p14:nvPr/>
            </p14:nvContentPartPr>
            <p14:xfrm>
              <a:off x="14167920" y="7885680"/>
              <a:ext cx="81720" cy="39600"/>
            </p14:xfrm>
          </p:contentPart>
        </mc:Choice>
        <mc:Fallback>
          <p:pic>
            <p:nvPicPr>
              <p:cNvPr id="83" name="Ink 82">
                <a:extLst>
                  <a:ext uri="{FF2B5EF4-FFF2-40B4-BE49-F238E27FC236}">
                    <a16:creationId xmlns:a16="http://schemas.microsoft.com/office/drawing/2014/main" id="{C4C07AA7-344D-790A-B60D-647267B20C86}"/>
                  </a:ext>
                </a:extLst>
              </p:cNvPr>
              <p:cNvPicPr/>
              <p:nvPr/>
            </p:nvPicPr>
            <p:blipFill>
              <a:blip r:embed="rId101"/>
              <a:stretch>
                <a:fillRect/>
              </a:stretch>
            </p:blipFill>
            <p:spPr>
              <a:xfrm>
                <a:off x="14114280" y="7777680"/>
                <a:ext cx="189360" cy="25524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84" name="Ink 83">
                <a:extLst>
                  <a:ext uri="{FF2B5EF4-FFF2-40B4-BE49-F238E27FC236}">
                    <a16:creationId xmlns:a16="http://schemas.microsoft.com/office/drawing/2014/main" id="{A3DD42D6-FB6E-977C-0C27-C89D328D604C}"/>
                  </a:ext>
                </a:extLst>
              </p14:cNvPr>
              <p14:cNvContentPartPr/>
              <p14:nvPr/>
            </p14:nvContentPartPr>
            <p14:xfrm>
              <a:off x="13921680" y="7811880"/>
              <a:ext cx="53640" cy="6120"/>
            </p14:xfrm>
          </p:contentPart>
        </mc:Choice>
        <mc:Fallback>
          <p:pic>
            <p:nvPicPr>
              <p:cNvPr id="84" name="Ink 83">
                <a:extLst>
                  <a:ext uri="{FF2B5EF4-FFF2-40B4-BE49-F238E27FC236}">
                    <a16:creationId xmlns:a16="http://schemas.microsoft.com/office/drawing/2014/main" id="{A3DD42D6-FB6E-977C-0C27-C89D328D604C}"/>
                  </a:ext>
                </a:extLst>
              </p:cNvPr>
              <p:cNvPicPr/>
              <p:nvPr/>
            </p:nvPicPr>
            <p:blipFill>
              <a:blip r:embed="rId103"/>
              <a:stretch>
                <a:fillRect/>
              </a:stretch>
            </p:blipFill>
            <p:spPr>
              <a:xfrm>
                <a:off x="13868040" y="7703880"/>
                <a:ext cx="161280" cy="22176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85" name="Ink 84">
                <a:extLst>
                  <a:ext uri="{FF2B5EF4-FFF2-40B4-BE49-F238E27FC236}">
                    <a16:creationId xmlns:a16="http://schemas.microsoft.com/office/drawing/2014/main" id="{944BDEE9-288D-DAA3-DBDE-BE7F589CB488}"/>
                  </a:ext>
                </a:extLst>
              </p14:cNvPr>
              <p14:cNvContentPartPr/>
              <p14:nvPr/>
            </p14:nvContentPartPr>
            <p14:xfrm>
              <a:off x="13807560" y="7802880"/>
              <a:ext cx="360" cy="360"/>
            </p14:xfrm>
          </p:contentPart>
        </mc:Choice>
        <mc:Fallback>
          <p:pic>
            <p:nvPicPr>
              <p:cNvPr id="85" name="Ink 84">
                <a:extLst>
                  <a:ext uri="{FF2B5EF4-FFF2-40B4-BE49-F238E27FC236}">
                    <a16:creationId xmlns:a16="http://schemas.microsoft.com/office/drawing/2014/main" id="{944BDEE9-288D-DAA3-DBDE-BE7F589CB488}"/>
                  </a:ext>
                </a:extLst>
              </p:cNvPr>
              <p:cNvPicPr/>
              <p:nvPr/>
            </p:nvPicPr>
            <p:blipFill>
              <a:blip r:embed="rId5"/>
              <a:stretch>
                <a:fillRect/>
              </a:stretch>
            </p:blipFill>
            <p:spPr>
              <a:xfrm>
                <a:off x="13753560" y="769488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05">
            <p14:nvContentPartPr>
              <p14:cNvPr id="86" name="Ink 85">
                <a:extLst>
                  <a:ext uri="{FF2B5EF4-FFF2-40B4-BE49-F238E27FC236}">
                    <a16:creationId xmlns:a16="http://schemas.microsoft.com/office/drawing/2014/main" id="{32C0DF43-4A4E-39F4-1E4F-2F5BC2331A93}"/>
                  </a:ext>
                </a:extLst>
              </p14:cNvPr>
              <p14:cNvContentPartPr/>
              <p14:nvPr/>
            </p14:nvContentPartPr>
            <p14:xfrm>
              <a:off x="14188440" y="7924920"/>
              <a:ext cx="88200" cy="30600"/>
            </p14:xfrm>
          </p:contentPart>
        </mc:Choice>
        <mc:Fallback>
          <p:pic>
            <p:nvPicPr>
              <p:cNvPr id="86" name="Ink 85">
                <a:extLst>
                  <a:ext uri="{FF2B5EF4-FFF2-40B4-BE49-F238E27FC236}">
                    <a16:creationId xmlns:a16="http://schemas.microsoft.com/office/drawing/2014/main" id="{32C0DF43-4A4E-39F4-1E4F-2F5BC2331A93}"/>
                  </a:ext>
                </a:extLst>
              </p:cNvPr>
              <p:cNvPicPr/>
              <p:nvPr/>
            </p:nvPicPr>
            <p:blipFill>
              <a:blip r:embed="rId106"/>
              <a:stretch>
                <a:fillRect/>
              </a:stretch>
            </p:blipFill>
            <p:spPr>
              <a:xfrm>
                <a:off x="14134440" y="7816920"/>
                <a:ext cx="195840" cy="246240"/>
              </a:xfrm>
              <a:prstGeom prst="rect">
                <a:avLst/>
              </a:prstGeom>
            </p:spPr>
          </p:pic>
        </mc:Fallback>
      </mc:AlternateContent>
      <mc:AlternateContent xmlns:mc="http://schemas.openxmlformats.org/markup-compatibility/2006">
        <mc:Choice xmlns:p14="http://schemas.microsoft.com/office/powerpoint/2010/main" Requires="p14">
          <p:contentPart p14:bwMode="auto" r:id="rId107">
            <p14:nvContentPartPr>
              <p14:cNvPr id="87" name="Ink 86">
                <a:extLst>
                  <a:ext uri="{FF2B5EF4-FFF2-40B4-BE49-F238E27FC236}">
                    <a16:creationId xmlns:a16="http://schemas.microsoft.com/office/drawing/2014/main" id="{38BE37FF-7A5D-9A5B-4019-7DC5F22E186D}"/>
                  </a:ext>
                </a:extLst>
              </p14:cNvPr>
              <p14:cNvContentPartPr/>
              <p14:nvPr/>
            </p14:nvContentPartPr>
            <p14:xfrm>
              <a:off x="14341080" y="7970280"/>
              <a:ext cx="27360" cy="360"/>
            </p14:xfrm>
          </p:contentPart>
        </mc:Choice>
        <mc:Fallback>
          <p:pic>
            <p:nvPicPr>
              <p:cNvPr id="87" name="Ink 86">
                <a:extLst>
                  <a:ext uri="{FF2B5EF4-FFF2-40B4-BE49-F238E27FC236}">
                    <a16:creationId xmlns:a16="http://schemas.microsoft.com/office/drawing/2014/main" id="{38BE37FF-7A5D-9A5B-4019-7DC5F22E186D}"/>
                  </a:ext>
                </a:extLst>
              </p:cNvPr>
              <p:cNvPicPr/>
              <p:nvPr/>
            </p:nvPicPr>
            <p:blipFill>
              <a:blip r:embed="rId10"/>
              <a:stretch>
                <a:fillRect/>
              </a:stretch>
            </p:blipFill>
            <p:spPr>
              <a:xfrm>
                <a:off x="14287080" y="7862640"/>
                <a:ext cx="135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88" name="Ink 87">
                <a:extLst>
                  <a:ext uri="{FF2B5EF4-FFF2-40B4-BE49-F238E27FC236}">
                    <a16:creationId xmlns:a16="http://schemas.microsoft.com/office/drawing/2014/main" id="{45D78D19-A8F8-A789-9614-E370D7EE1CA7}"/>
                  </a:ext>
                </a:extLst>
              </p14:cNvPr>
              <p14:cNvContentPartPr/>
              <p14:nvPr/>
            </p14:nvContentPartPr>
            <p14:xfrm>
              <a:off x="14431800" y="8000880"/>
              <a:ext cx="6480" cy="9360"/>
            </p14:xfrm>
          </p:contentPart>
        </mc:Choice>
        <mc:Fallback>
          <p:pic>
            <p:nvPicPr>
              <p:cNvPr id="88" name="Ink 87">
                <a:extLst>
                  <a:ext uri="{FF2B5EF4-FFF2-40B4-BE49-F238E27FC236}">
                    <a16:creationId xmlns:a16="http://schemas.microsoft.com/office/drawing/2014/main" id="{45D78D19-A8F8-A789-9614-E370D7EE1CA7}"/>
                  </a:ext>
                </a:extLst>
              </p:cNvPr>
              <p:cNvPicPr/>
              <p:nvPr/>
            </p:nvPicPr>
            <p:blipFill>
              <a:blip r:embed="rId109"/>
              <a:stretch>
                <a:fillRect/>
              </a:stretch>
            </p:blipFill>
            <p:spPr>
              <a:xfrm>
                <a:off x="14378160" y="7893240"/>
                <a:ext cx="114120" cy="22500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89" name="Ink 88">
                <a:extLst>
                  <a:ext uri="{FF2B5EF4-FFF2-40B4-BE49-F238E27FC236}">
                    <a16:creationId xmlns:a16="http://schemas.microsoft.com/office/drawing/2014/main" id="{357C8704-2CB6-BFD2-E2F8-D12D4BB1A414}"/>
                  </a:ext>
                </a:extLst>
              </p14:cNvPr>
              <p14:cNvContentPartPr/>
              <p14:nvPr/>
            </p14:nvContentPartPr>
            <p14:xfrm>
              <a:off x="14462400" y="8046600"/>
              <a:ext cx="360" cy="360"/>
            </p14:xfrm>
          </p:contentPart>
        </mc:Choice>
        <mc:Fallback>
          <p:pic>
            <p:nvPicPr>
              <p:cNvPr id="89" name="Ink 88">
                <a:extLst>
                  <a:ext uri="{FF2B5EF4-FFF2-40B4-BE49-F238E27FC236}">
                    <a16:creationId xmlns:a16="http://schemas.microsoft.com/office/drawing/2014/main" id="{357C8704-2CB6-BFD2-E2F8-D12D4BB1A414}"/>
                  </a:ext>
                </a:extLst>
              </p:cNvPr>
              <p:cNvPicPr/>
              <p:nvPr/>
            </p:nvPicPr>
            <p:blipFill>
              <a:blip r:embed="rId5"/>
              <a:stretch>
                <a:fillRect/>
              </a:stretch>
            </p:blipFill>
            <p:spPr>
              <a:xfrm>
                <a:off x="14408760" y="793860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11">
            <p14:nvContentPartPr>
              <p14:cNvPr id="90" name="Ink 89">
                <a:extLst>
                  <a:ext uri="{FF2B5EF4-FFF2-40B4-BE49-F238E27FC236}">
                    <a16:creationId xmlns:a16="http://schemas.microsoft.com/office/drawing/2014/main" id="{89DE72F9-25C4-2DB6-CF53-D247058944DE}"/>
                  </a:ext>
                </a:extLst>
              </p14:cNvPr>
              <p14:cNvContentPartPr/>
              <p14:nvPr/>
            </p14:nvContentPartPr>
            <p14:xfrm>
              <a:off x="14462400" y="8046600"/>
              <a:ext cx="360" cy="360"/>
            </p14:xfrm>
          </p:contentPart>
        </mc:Choice>
        <mc:Fallback>
          <p:pic>
            <p:nvPicPr>
              <p:cNvPr id="90" name="Ink 89">
                <a:extLst>
                  <a:ext uri="{FF2B5EF4-FFF2-40B4-BE49-F238E27FC236}">
                    <a16:creationId xmlns:a16="http://schemas.microsoft.com/office/drawing/2014/main" id="{89DE72F9-25C4-2DB6-CF53-D247058944DE}"/>
                  </a:ext>
                </a:extLst>
              </p:cNvPr>
              <p:cNvPicPr/>
              <p:nvPr/>
            </p:nvPicPr>
            <p:blipFill>
              <a:blip r:embed="rId5"/>
              <a:stretch>
                <a:fillRect/>
              </a:stretch>
            </p:blipFill>
            <p:spPr>
              <a:xfrm>
                <a:off x="14408760" y="7938600"/>
                <a:ext cx="108000" cy="216000"/>
              </a:xfrm>
              <a:prstGeom prst="rect">
                <a:avLst/>
              </a:prstGeom>
            </p:spPr>
          </p:pic>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9476" y="706517"/>
            <a:ext cx="6553914" cy="508516"/>
          </a:xfrm>
          <a:prstGeom prst="rect">
            <a:avLst/>
          </a:prstGeom>
          <a:noFill/>
          <a:ln/>
        </p:spPr>
        <p:txBody>
          <a:bodyPr wrap="none" lIns="0" tIns="0" rIns="0" bIns="0" rtlCol="0" anchor="t"/>
          <a:lstStyle/>
          <a:p>
            <a:pPr marL="0" indent="0" algn="l">
              <a:lnSpc>
                <a:spcPts val="4000"/>
              </a:lnSpc>
              <a:buNone/>
            </a:pPr>
            <a:r>
              <a:rPr lang="en-US" sz="3200" dirty="0">
                <a:solidFill>
                  <a:srgbClr val="FFFFFF"/>
                </a:solidFill>
                <a:latin typeface="Saira Medium" pitchFamily="34" charset="0"/>
                <a:ea typeface="Saira Medium" pitchFamily="34" charset="-122"/>
                <a:cs typeface="Saira Medium" pitchFamily="34" charset="-120"/>
              </a:rPr>
              <a:t>Challenges in Fake News Detection</a:t>
            </a:r>
            <a:endParaRPr lang="en-US" sz="3200" dirty="0"/>
          </a:p>
        </p:txBody>
      </p:sp>
      <p:pic>
        <p:nvPicPr>
          <p:cNvPr id="3" name="Image 0" descr="preencoded.png"/>
          <p:cNvPicPr>
            <a:picLocks noChangeAspect="1"/>
          </p:cNvPicPr>
          <p:nvPr/>
        </p:nvPicPr>
        <p:blipFill>
          <a:blip r:embed="rId3"/>
          <a:stretch>
            <a:fillRect/>
          </a:stretch>
        </p:blipFill>
        <p:spPr>
          <a:xfrm>
            <a:off x="577096" y="1647349"/>
            <a:ext cx="4405313" cy="1952744"/>
          </a:xfrm>
          <a:prstGeom prst="rect">
            <a:avLst/>
          </a:prstGeom>
        </p:spPr>
      </p:pic>
      <p:pic>
        <p:nvPicPr>
          <p:cNvPr id="4" name="Image 1" descr="preencoded.png"/>
          <p:cNvPicPr>
            <a:picLocks noChangeAspect="1"/>
          </p:cNvPicPr>
          <p:nvPr/>
        </p:nvPicPr>
        <p:blipFill>
          <a:blip r:embed="rId4"/>
          <a:stretch>
            <a:fillRect/>
          </a:stretch>
        </p:blipFill>
        <p:spPr>
          <a:xfrm>
            <a:off x="5112544" y="1647349"/>
            <a:ext cx="4405313" cy="1952744"/>
          </a:xfrm>
          <a:prstGeom prst="rect">
            <a:avLst/>
          </a:prstGeom>
        </p:spPr>
      </p:pic>
      <p:pic>
        <p:nvPicPr>
          <p:cNvPr id="5" name="Image 2" descr="preencoded.png"/>
          <p:cNvPicPr>
            <a:picLocks noChangeAspect="1"/>
          </p:cNvPicPr>
          <p:nvPr/>
        </p:nvPicPr>
        <p:blipFill>
          <a:blip r:embed="rId5"/>
          <a:stretch>
            <a:fillRect/>
          </a:stretch>
        </p:blipFill>
        <p:spPr>
          <a:xfrm>
            <a:off x="9647992" y="1647349"/>
            <a:ext cx="4405313" cy="1952744"/>
          </a:xfrm>
          <a:prstGeom prst="rect">
            <a:avLst/>
          </a:prstGeom>
        </p:spPr>
      </p:pic>
      <p:pic>
        <p:nvPicPr>
          <p:cNvPr id="6" name="Image 3" descr="preencoded.png"/>
          <p:cNvPicPr>
            <a:picLocks noChangeAspect="1"/>
          </p:cNvPicPr>
          <p:nvPr/>
        </p:nvPicPr>
        <p:blipFill>
          <a:blip r:embed="rId6"/>
          <a:stretch>
            <a:fillRect/>
          </a:stretch>
        </p:blipFill>
        <p:spPr>
          <a:xfrm>
            <a:off x="577096" y="3730228"/>
            <a:ext cx="13428464" cy="1945826"/>
          </a:xfrm>
          <a:prstGeom prst="rect">
            <a:avLst/>
          </a:prstGeom>
        </p:spPr>
      </p:pic>
      <p:sp>
        <p:nvSpPr>
          <p:cNvPr id="7" name="Text 1"/>
          <p:cNvSpPr/>
          <p:nvPr/>
        </p:nvSpPr>
        <p:spPr>
          <a:xfrm>
            <a:off x="569476" y="5789890"/>
            <a:ext cx="13491448" cy="1979510"/>
          </a:xfrm>
          <a:prstGeom prst="rect">
            <a:avLst/>
          </a:prstGeom>
          <a:noFill/>
          <a:ln/>
        </p:spPr>
        <p:txBody>
          <a:bodyPr wrap="square" lIns="0" tIns="0" rIns="0" bIns="0" rtlCol="0" anchor="t"/>
          <a:lstStyle/>
          <a:p>
            <a:pPr marL="342900" indent="-342900" algn="l">
              <a:lnSpc>
                <a:spcPts val="2050"/>
              </a:lnSpc>
              <a:buSzPct val="100000"/>
              <a:buChar char="•"/>
            </a:pPr>
            <a:r>
              <a:rPr lang="en-US" sz="1300" b="1" dirty="0">
                <a:solidFill>
                  <a:srgbClr val="E5E0DF"/>
                </a:solidFill>
                <a:latin typeface="Roboto" pitchFamily="34" charset="0"/>
                <a:ea typeface="Roboto" pitchFamily="34" charset="-122"/>
                <a:cs typeface="Roboto" pitchFamily="34" charset="-120"/>
              </a:rPr>
              <a:t>Evolving Content:</a:t>
            </a:r>
            <a:r>
              <a:rPr lang="en-US" sz="1300" dirty="0">
                <a:solidFill>
                  <a:srgbClr val="E5E0DF"/>
                </a:solidFill>
                <a:latin typeface="Roboto" pitchFamily="34" charset="0"/>
                <a:ea typeface="Roboto" pitchFamily="34" charset="-122"/>
                <a:cs typeface="Roboto" pitchFamily="34" charset="-120"/>
              </a:rPr>
              <a:t> The continuous development of AI-generated text allows for the creation of increasingly sophisticated and convincing fake narratives, making detection a moving target.</a:t>
            </a:r>
            <a:endParaRPr lang="en-US" sz="1300" dirty="0"/>
          </a:p>
        </p:txBody>
      </p:sp>
      <p:sp>
        <p:nvSpPr>
          <p:cNvPr id="8" name="Text 2"/>
          <p:cNvSpPr/>
          <p:nvPr/>
        </p:nvSpPr>
        <p:spPr>
          <a:xfrm>
            <a:off x="569476" y="6367582"/>
            <a:ext cx="13491448" cy="260390"/>
          </a:xfrm>
          <a:prstGeom prst="rect">
            <a:avLst/>
          </a:prstGeom>
          <a:noFill/>
          <a:ln/>
        </p:spPr>
        <p:txBody>
          <a:bodyPr wrap="none" lIns="0" tIns="0" rIns="0" bIns="0" rtlCol="0" anchor="t"/>
          <a:lstStyle/>
          <a:p>
            <a:pPr marL="342900" indent="-342900" algn="l">
              <a:lnSpc>
                <a:spcPts val="2050"/>
              </a:lnSpc>
              <a:buSzPct val="100000"/>
              <a:buChar char="•"/>
            </a:pPr>
            <a:r>
              <a:rPr lang="en-US" sz="1300" b="1" dirty="0">
                <a:solidFill>
                  <a:srgbClr val="E5E0DF"/>
                </a:solidFill>
                <a:latin typeface="Roboto" pitchFamily="34" charset="0"/>
                <a:ea typeface="Roboto" pitchFamily="34" charset="-122"/>
                <a:cs typeface="Roboto" pitchFamily="34" charset="-120"/>
              </a:rPr>
              <a:t>Data Scarcity:</a:t>
            </a:r>
            <a:r>
              <a:rPr lang="en-US" sz="1300" dirty="0">
                <a:solidFill>
                  <a:srgbClr val="E5E0DF"/>
                </a:solidFill>
                <a:latin typeface="Roboto" pitchFamily="34" charset="0"/>
                <a:ea typeface="Roboto" pitchFamily="34" charset="-122"/>
                <a:cs typeface="Roboto" pitchFamily="34" charset="-120"/>
              </a:rPr>
              <a:t> There's a persistent lack of large, diverse, and accurately labeled datasets for training robust fake news detection models, especially for new forms of misinformation</a:t>
            </a:r>
            <a:r>
              <a:rPr lang="en-US" sz="1400" dirty="0">
                <a:solidFill>
                  <a:srgbClr val="E5E0DF"/>
                </a:solidFill>
                <a:latin typeface="Roboto" pitchFamily="34" charset="0"/>
                <a:ea typeface="Roboto" pitchFamily="34" charset="-122"/>
                <a:cs typeface="Roboto" pitchFamily="34" charset="-120"/>
              </a:rPr>
              <a:t>.</a:t>
            </a:r>
            <a:endParaRPr lang="en-US" sz="1400" dirty="0"/>
          </a:p>
        </p:txBody>
      </p:sp>
      <p:sp>
        <p:nvSpPr>
          <p:cNvPr id="9" name="Text 3"/>
          <p:cNvSpPr/>
          <p:nvPr/>
        </p:nvSpPr>
        <p:spPr>
          <a:xfrm>
            <a:off x="569476" y="6684883"/>
            <a:ext cx="14124764" cy="219502"/>
          </a:xfrm>
          <a:prstGeom prst="rect">
            <a:avLst/>
          </a:prstGeom>
          <a:noFill/>
          <a:ln/>
        </p:spPr>
        <p:txBody>
          <a:bodyPr wrap="none" lIns="0" tIns="0" rIns="0" bIns="0" rtlCol="0" anchor="t"/>
          <a:lstStyle/>
          <a:p>
            <a:pPr marL="285750" indent="-285750" algn="l">
              <a:lnSpc>
                <a:spcPts val="2050"/>
              </a:lnSpc>
              <a:buSzPct val="100000"/>
              <a:buFont typeface="Arial" panose="020B0604020202020204" pitchFamily="34" charset="0"/>
              <a:buChar char="•"/>
            </a:pPr>
            <a:r>
              <a:rPr lang="en-US" sz="1300" b="1" dirty="0">
                <a:solidFill>
                  <a:srgbClr val="E5E0DF"/>
                </a:solidFill>
                <a:latin typeface="Roboto" pitchFamily="34" charset="0"/>
                <a:ea typeface="Roboto" pitchFamily="34" charset="-122"/>
                <a:cs typeface="Roboto" pitchFamily="34" charset="-120"/>
              </a:rPr>
              <a:t>Ethical Dilemmas:</a:t>
            </a:r>
            <a:r>
              <a:rPr lang="en-US" sz="1300" dirty="0">
                <a:solidFill>
                  <a:srgbClr val="E5E0DF"/>
                </a:solidFill>
                <a:latin typeface="Roboto" pitchFamily="34" charset="0"/>
                <a:ea typeface="Roboto" pitchFamily="34" charset="-122"/>
                <a:cs typeface="Roboto" pitchFamily="34" charset="-120"/>
              </a:rPr>
              <a:t> Balancing the need to combat misinformation with protecting free speech and avoiding algorithmic censorship or false positives is a complex ethical challenge</a:t>
            </a:r>
            <a:r>
              <a:rPr lang="en-US" sz="1400" dirty="0">
                <a:solidFill>
                  <a:srgbClr val="E5E0DF"/>
                </a:solidFill>
                <a:latin typeface="Roboto" pitchFamily="34" charset="0"/>
                <a:ea typeface="Roboto" pitchFamily="34" charset="-122"/>
                <a:cs typeface="Roboto" pitchFamily="34" charset="-120"/>
              </a:rPr>
              <a:t>.</a:t>
            </a:r>
            <a:endParaRPr lang="en-US" sz="1400" dirty="0"/>
          </a:p>
        </p:txBody>
      </p:sp>
      <p:sp>
        <p:nvSpPr>
          <p:cNvPr id="10" name="Text 4"/>
          <p:cNvSpPr/>
          <p:nvPr/>
        </p:nvSpPr>
        <p:spPr>
          <a:xfrm>
            <a:off x="569476" y="7002185"/>
            <a:ext cx="13491448" cy="520779"/>
          </a:xfrm>
          <a:prstGeom prst="rect">
            <a:avLst/>
          </a:prstGeom>
          <a:noFill/>
          <a:ln/>
        </p:spPr>
        <p:txBody>
          <a:bodyPr wrap="square" lIns="0" tIns="0" rIns="0" bIns="0" rtlCol="0" anchor="t"/>
          <a:lstStyle/>
          <a:p>
            <a:pPr marL="342900" indent="-342900" algn="l">
              <a:lnSpc>
                <a:spcPts val="2050"/>
              </a:lnSpc>
              <a:buSzPct val="100000"/>
              <a:buChar char="•"/>
            </a:pPr>
            <a:r>
              <a:rPr lang="en-US" sz="1300" b="1" dirty="0">
                <a:solidFill>
                  <a:srgbClr val="E5E0DF"/>
                </a:solidFill>
                <a:latin typeface="Roboto" pitchFamily="34" charset="0"/>
                <a:ea typeface="Roboto" pitchFamily="34" charset="-122"/>
                <a:cs typeface="Roboto" pitchFamily="34" charset="-120"/>
              </a:rPr>
              <a:t>Multi-Modal Fake News:</a:t>
            </a:r>
            <a:r>
              <a:rPr lang="en-US" sz="1300" dirty="0">
                <a:solidFill>
                  <a:srgbClr val="E5E0DF"/>
                </a:solidFill>
                <a:latin typeface="Roboto" pitchFamily="34" charset="0"/>
                <a:ea typeface="Roboto" pitchFamily="34" charset="-122"/>
                <a:cs typeface="Roboto" pitchFamily="34" charset="-120"/>
              </a:rPr>
              <a:t> Detecting fake news that integrates manipulated images, videos, and audio alongside text presents a more complex problem than text-only analysis, requiring advanced multi-modal AI solutions.</a:t>
            </a:r>
            <a:endParaRPr lang="en-US" sz="1300" dirty="0"/>
          </a:p>
        </p:txBody>
      </p:sp>
      <mc:AlternateContent xmlns:mc="http://schemas.openxmlformats.org/markup-compatibility/2006">
        <mc:Choice xmlns:p14="http://schemas.microsoft.com/office/powerpoint/2010/main" Requires="p14">
          <p:contentPart p14:bwMode="auto" r:id="rId7">
            <p14:nvContentPartPr>
              <p14:cNvPr id="11" name="Ink 10">
                <a:extLst>
                  <a:ext uri="{FF2B5EF4-FFF2-40B4-BE49-F238E27FC236}">
                    <a16:creationId xmlns:a16="http://schemas.microsoft.com/office/drawing/2014/main" id="{E955DB90-5D52-EEC2-5A6B-DF4CDE6BE8F1}"/>
                  </a:ext>
                </a:extLst>
              </p14:cNvPr>
              <p14:cNvContentPartPr/>
              <p14:nvPr/>
            </p14:nvContentPartPr>
            <p14:xfrm>
              <a:off x="12938520" y="7985640"/>
              <a:ext cx="1112040" cy="31680"/>
            </p14:xfrm>
          </p:contentPart>
        </mc:Choice>
        <mc:Fallback>
          <p:pic>
            <p:nvPicPr>
              <p:cNvPr id="11" name="Ink 10">
                <a:extLst>
                  <a:ext uri="{FF2B5EF4-FFF2-40B4-BE49-F238E27FC236}">
                    <a16:creationId xmlns:a16="http://schemas.microsoft.com/office/drawing/2014/main" id="{E955DB90-5D52-EEC2-5A6B-DF4CDE6BE8F1}"/>
                  </a:ext>
                </a:extLst>
              </p:cNvPr>
              <p:cNvPicPr/>
              <p:nvPr/>
            </p:nvPicPr>
            <p:blipFill>
              <a:blip r:embed="rId8"/>
              <a:stretch>
                <a:fillRect/>
              </a:stretch>
            </p:blipFill>
            <p:spPr>
              <a:xfrm>
                <a:off x="12884520" y="7878000"/>
                <a:ext cx="1219680" cy="24732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3" name="Ink 12">
                <a:extLst>
                  <a:ext uri="{FF2B5EF4-FFF2-40B4-BE49-F238E27FC236}">
                    <a16:creationId xmlns:a16="http://schemas.microsoft.com/office/drawing/2014/main" id="{660DB09B-82FB-FBCD-8156-E6B06E8F261A}"/>
                  </a:ext>
                </a:extLst>
              </p14:cNvPr>
              <p14:cNvContentPartPr/>
              <p14:nvPr/>
            </p14:nvContentPartPr>
            <p14:xfrm>
              <a:off x="13076040" y="7894200"/>
              <a:ext cx="1371960" cy="122400"/>
            </p14:xfrm>
          </p:contentPart>
        </mc:Choice>
        <mc:Fallback>
          <p:pic>
            <p:nvPicPr>
              <p:cNvPr id="13" name="Ink 12">
                <a:extLst>
                  <a:ext uri="{FF2B5EF4-FFF2-40B4-BE49-F238E27FC236}">
                    <a16:creationId xmlns:a16="http://schemas.microsoft.com/office/drawing/2014/main" id="{660DB09B-82FB-FBCD-8156-E6B06E8F261A}"/>
                  </a:ext>
                </a:extLst>
              </p:cNvPr>
              <p:cNvPicPr/>
              <p:nvPr/>
            </p:nvPicPr>
            <p:blipFill>
              <a:blip r:embed="rId10"/>
              <a:stretch>
                <a:fillRect/>
              </a:stretch>
            </p:blipFill>
            <p:spPr>
              <a:xfrm>
                <a:off x="13022040" y="7786200"/>
                <a:ext cx="1479600" cy="33804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4" name="Ink 13">
                <a:extLst>
                  <a:ext uri="{FF2B5EF4-FFF2-40B4-BE49-F238E27FC236}">
                    <a16:creationId xmlns:a16="http://schemas.microsoft.com/office/drawing/2014/main" id="{FAE4B133-1C3C-B032-648E-7CF670490303}"/>
                  </a:ext>
                </a:extLst>
              </p14:cNvPr>
              <p14:cNvContentPartPr/>
              <p14:nvPr/>
            </p14:nvContentPartPr>
            <p14:xfrm>
              <a:off x="12999360" y="7894200"/>
              <a:ext cx="360" cy="360"/>
            </p14:xfrm>
          </p:contentPart>
        </mc:Choice>
        <mc:Fallback>
          <p:pic>
            <p:nvPicPr>
              <p:cNvPr id="14" name="Ink 13">
                <a:extLst>
                  <a:ext uri="{FF2B5EF4-FFF2-40B4-BE49-F238E27FC236}">
                    <a16:creationId xmlns:a16="http://schemas.microsoft.com/office/drawing/2014/main" id="{FAE4B133-1C3C-B032-648E-7CF670490303}"/>
                  </a:ext>
                </a:extLst>
              </p:cNvPr>
              <p:cNvPicPr/>
              <p:nvPr/>
            </p:nvPicPr>
            <p:blipFill>
              <a:blip r:embed="rId12"/>
              <a:stretch>
                <a:fillRect/>
              </a:stretch>
            </p:blipFill>
            <p:spPr>
              <a:xfrm>
                <a:off x="12945720" y="778620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5" name="Ink 14">
                <a:extLst>
                  <a:ext uri="{FF2B5EF4-FFF2-40B4-BE49-F238E27FC236}">
                    <a16:creationId xmlns:a16="http://schemas.microsoft.com/office/drawing/2014/main" id="{511DFB05-221C-E01F-2EAD-9C3AF31A69E0}"/>
                  </a:ext>
                </a:extLst>
              </p14:cNvPr>
              <p14:cNvContentPartPr/>
              <p14:nvPr/>
            </p14:nvContentPartPr>
            <p14:xfrm>
              <a:off x="12999360" y="7894200"/>
              <a:ext cx="360" cy="6480"/>
            </p14:xfrm>
          </p:contentPart>
        </mc:Choice>
        <mc:Fallback>
          <p:pic>
            <p:nvPicPr>
              <p:cNvPr id="15" name="Ink 14">
                <a:extLst>
                  <a:ext uri="{FF2B5EF4-FFF2-40B4-BE49-F238E27FC236}">
                    <a16:creationId xmlns:a16="http://schemas.microsoft.com/office/drawing/2014/main" id="{511DFB05-221C-E01F-2EAD-9C3AF31A69E0}"/>
                  </a:ext>
                </a:extLst>
              </p:cNvPr>
              <p:cNvPicPr/>
              <p:nvPr/>
            </p:nvPicPr>
            <p:blipFill>
              <a:blip r:embed="rId14"/>
              <a:stretch>
                <a:fillRect/>
              </a:stretch>
            </p:blipFill>
            <p:spPr>
              <a:xfrm>
                <a:off x="12945720" y="7786200"/>
                <a:ext cx="108000" cy="22212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6" name="Ink 15">
                <a:extLst>
                  <a:ext uri="{FF2B5EF4-FFF2-40B4-BE49-F238E27FC236}">
                    <a16:creationId xmlns:a16="http://schemas.microsoft.com/office/drawing/2014/main" id="{8459F876-EAEE-E57B-F10B-FB8C2C2DC067}"/>
                  </a:ext>
                </a:extLst>
              </p14:cNvPr>
              <p14:cNvContentPartPr/>
              <p14:nvPr/>
            </p14:nvContentPartPr>
            <p14:xfrm>
              <a:off x="13105920" y="8000760"/>
              <a:ext cx="18360" cy="15840"/>
            </p14:xfrm>
          </p:contentPart>
        </mc:Choice>
        <mc:Fallback>
          <p:pic>
            <p:nvPicPr>
              <p:cNvPr id="16" name="Ink 15">
                <a:extLst>
                  <a:ext uri="{FF2B5EF4-FFF2-40B4-BE49-F238E27FC236}">
                    <a16:creationId xmlns:a16="http://schemas.microsoft.com/office/drawing/2014/main" id="{8459F876-EAEE-E57B-F10B-FB8C2C2DC067}"/>
                  </a:ext>
                </a:extLst>
              </p:cNvPr>
              <p:cNvPicPr/>
              <p:nvPr/>
            </p:nvPicPr>
            <p:blipFill>
              <a:blip r:embed="rId16"/>
              <a:stretch>
                <a:fillRect/>
              </a:stretch>
            </p:blipFill>
            <p:spPr>
              <a:xfrm>
                <a:off x="13052280" y="7892760"/>
                <a:ext cx="126000" cy="23148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7" name="Ink 16">
                <a:extLst>
                  <a:ext uri="{FF2B5EF4-FFF2-40B4-BE49-F238E27FC236}">
                    <a16:creationId xmlns:a16="http://schemas.microsoft.com/office/drawing/2014/main" id="{3B2BD770-CB5D-F96C-DA0A-12DF20A4E375}"/>
                  </a:ext>
                </a:extLst>
              </p14:cNvPr>
              <p14:cNvContentPartPr/>
              <p14:nvPr/>
            </p14:nvContentPartPr>
            <p14:xfrm>
              <a:off x="13227960" y="8031360"/>
              <a:ext cx="72360" cy="360"/>
            </p14:xfrm>
          </p:contentPart>
        </mc:Choice>
        <mc:Fallback>
          <p:pic>
            <p:nvPicPr>
              <p:cNvPr id="17" name="Ink 16">
                <a:extLst>
                  <a:ext uri="{FF2B5EF4-FFF2-40B4-BE49-F238E27FC236}">
                    <a16:creationId xmlns:a16="http://schemas.microsoft.com/office/drawing/2014/main" id="{3B2BD770-CB5D-F96C-DA0A-12DF20A4E375}"/>
                  </a:ext>
                </a:extLst>
              </p:cNvPr>
              <p:cNvPicPr/>
              <p:nvPr/>
            </p:nvPicPr>
            <p:blipFill>
              <a:blip r:embed="rId18"/>
              <a:stretch>
                <a:fillRect/>
              </a:stretch>
            </p:blipFill>
            <p:spPr>
              <a:xfrm>
                <a:off x="13174320" y="7923360"/>
                <a:ext cx="180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8" name="Ink 17">
                <a:extLst>
                  <a:ext uri="{FF2B5EF4-FFF2-40B4-BE49-F238E27FC236}">
                    <a16:creationId xmlns:a16="http://schemas.microsoft.com/office/drawing/2014/main" id="{C99AFA5A-6DB7-BD1B-E9A1-5EC5719623DC}"/>
                  </a:ext>
                </a:extLst>
              </p14:cNvPr>
              <p14:cNvContentPartPr/>
              <p14:nvPr/>
            </p14:nvContentPartPr>
            <p14:xfrm>
              <a:off x="13441800" y="8046600"/>
              <a:ext cx="65520" cy="360"/>
            </p14:xfrm>
          </p:contentPart>
        </mc:Choice>
        <mc:Fallback>
          <p:pic>
            <p:nvPicPr>
              <p:cNvPr id="18" name="Ink 17">
                <a:extLst>
                  <a:ext uri="{FF2B5EF4-FFF2-40B4-BE49-F238E27FC236}">
                    <a16:creationId xmlns:a16="http://schemas.microsoft.com/office/drawing/2014/main" id="{C99AFA5A-6DB7-BD1B-E9A1-5EC5719623DC}"/>
                  </a:ext>
                </a:extLst>
              </p:cNvPr>
              <p:cNvPicPr/>
              <p:nvPr/>
            </p:nvPicPr>
            <p:blipFill>
              <a:blip r:embed="rId20"/>
              <a:stretch>
                <a:fillRect/>
              </a:stretch>
            </p:blipFill>
            <p:spPr>
              <a:xfrm>
                <a:off x="13387800" y="7938600"/>
                <a:ext cx="1731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9" name="Ink 18">
                <a:extLst>
                  <a:ext uri="{FF2B5EF4-FFF2-40B4-BE49-F238E27FC236}">
                    <a16:creationId xmlns:a16="http://schemas.microsoft.com/office/drawing/2014/main" id="{41FCA091-22EE-F695-8D4D-06A284B10CDB}"/>
                  </a:ext>
                </a:extLst>
              </p14:cNvPr>
              <p14:cNvContentPartPr/>
              <p14:nvPr/>
            </p14:nvContentPartPr>
            <p14:xfrm>
              <a:off x="13624320" y="8046600"/>
              <a:ext cx="56520" cy="360"/>
            </p14:xfrm>
          </p:contentPart>
        </mc:Choice>
        <mc:Fallback>
          <p:pic>
            <p:nvPicPr>
              <p:cNvPr id="19" name="Ink 18">
                <a:extLst>
                  <a:ext uri="{FF2B5EF4-FFF2-40B4-BE49-F238E27FC236}">
                    <a16:creationId xmlns:a16="http://schemas.microsoft.com/office/drawing/2014/main" id="{41FCA091-22EE-F695-8D4D-06A284B10CDB}"/>
                  </a:ext>
                </a:extLst>
              </p:cNvPr>
              <p:cNvPicPr/>
              <p:nvPr/>
            </p:nvPicPr>
            <p:blipFill>
              <a:blip r:embed="rId22"/>
              <a:stretch>
                <a:fillRect/>
              </a:stretch>
            </p:blipFill>
            <p:spPr>
              <a:xfrm>
                <a:off x="13570680" y="7938600"/>
                <a:ext cx="1641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20" name="Ink 19">
                <a:extLst>
                  <a:ext uri="{FF2B5EF4-FFF2-40B4-BE49-F238E27FC236}">
                    <a16:creationId xmlns:a16="http://schemas.microsoft.com/office/drawing/2014/main" id="{5D20B6D4-F839-7B64-9AFF-DC877737A8E9}"/>
                  </a:ext>
                </a:extLst>
              </p14:cNvPr>
              <p14:cNvContentPartPr/>
              <p14:nvPr/>
            </p14:nvContentPartPr>
            <p14:xfrm>
              <a:off x="13609560" y="8046600"/>
              <a:ext cx="45720" cy="360"/>
            </p14:xfrm>
          </p:contentPart>
        </mc:Choice>
        <mc:Fallback>
          <p:pic>
            <p:nvPicPr>
              <p:cNvPr id="20" name="Ink 19">
                <a:extLst>
                  <a:ext uri="{FF2B5EF4-FFF2-40B4-BE49-F238E27FC236}">
                    <a16:creationId xmlns:a16="http://schemas.microsoft.com/office/drawing/2014/main" id="{5D20B6D4-F839-7B64-9AFF-DC877737A8E9}"/>
                  </a:ext>
                </a:extLst>
              </p:cNvPr>
              <p:cNvPicPr/>
              <p:nvPr/>
            </p:nvPicPr>
            <p:blipFill>
              <a:blip r:embed="rId24"/>
              <a:stretch>
                <a:fillRect/>
              </a:stretch>
            </p:blipFill>
            <p:spPr>
              <a:xfrm>
                <a:off x="13555920" y="7938600"/>
                <a:ext cx="1533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21" name="Ink 20">
                <a:extLst>
                  <a:ext uri="{FF2B5EF4-FFF2-40B4-BE49-F238E27FC236}">
                    <a16:creationId xmlns:a16="http://schemas.microsoft.com/office/drawing/2014/main" id="{5372E71E-A530-C08C-788A-8EACE8A460F0}"/>
                  </a:ext>
                </a:extLst>
              </p14:cNvPr>
              <p14:cNvContentPartPr/>
              <p14:nvPr/>
            </p14:nvContentPartPr>
            <p14:xfrm>
              <a:off x="13339560" y="8046600"/>
              <a:ext cx="56520" cy="360"/>
            </p14:xfrm>
          </p:contentPart>
        </mc:Choice>
        <mc:Fallback>
          <p:pic>
            <p:nvPicPr>
              <p:cNvPr id="21" name="Ink 20">
                <a:extLst>
                  <a:ext uri="{FF2B5EF4-FFF2-40B4-BE49-F238E27FC236}">
                    <a16:creationId xmlns:a16="http://schemas.microsoft.com/office/drawing/2014/main" id="{5372E71E-A530-C08C-788A-8EACE8A460F0}"/>
                  </a:ext>
                </a:extLst>
              </p:cNvPr>
              <p:cNvPicPr/>
              <p:nvPr/>
            </p:nvPicPr>
            <p:blipFill>
              <a:blip r:embed="rId22"/>
              <a:stretch>
                <a:fillRect/>
              </a:stretch>
            </p:blipFill>
            <p:spPr>
              <a:xfrm>
                <a:off x="13285920" y="7938600"/>
                <a:ext cx="1641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22" name="Ink 21">
                <a:extLst>
                  <a:ext uri="{FF2B5EF4-FFF2-40B4-BE49-F238E27FC236}">
                    <a16:creationId xmlns:a16="http://schemas.microsoft.com/office/drawing/2014/main" id="{C5C8915C-87D2-9944-FC32-1C51713B2605}"/>
                  </a:ext>
                </a:extLst>
              </p14:cNvPr>
              <p14:cNvContentPartPr/>
              <p14:nvPr/>
            </p14:nvContentPartPr>
            <p14:xfrm>
              <a:off x="13139760" y="8031480"/>
              <a:ext cx="27720" cy="360"/>
            </p14:xfrm>
          </p:contentPart>
        </mc:Choice>
        <mc:Fallback>
          <p:pic>
            <p:nvPicPr>
              <p:cNvPr id="22" name="Ink 21">
                <a:extLst>
                  <a:ext uri="{FF2B5EF4-FFF2-40B4-BE49-F238E27FC236}">
                    <a16:creationId xmlns:a16="http://schemas.microsoft.com/office/drawing/2014/main" id="{C5C8915C-87D2-9944-FC32-1C51713B2605}"/>
                  </a:ext>
                </a:extLst>
              </p:cNvPr>
              <p:cNvPicPr/>
              <p:nvPr/>
            </p:nvPicPr>
            <p:blipFill>
              <a:blip r:embed="rId27"/>
              <a:stretch>
                <a:fillRect/>
              </a:stretch>
            </p:blipFill>
            <p:spPr>
              <a:xfrm>
                <a:off x="13086120" y="7923480"/>
                <a:ext cx="1353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23" name="Ink 22">
                <a:extLst>
                  <a:ext uri="{FF2B5EF4-FFF2-40B4-BE49-F238E27FC236}">
                    <a16:creationId xmlns:a16="http://schemas.microsoft.com/office/drawing/2014/main" id="{42C28B94-A625-F6A2-883F-F2F6A5AC5238}"/>
                  </a:ext>
                </a:extLst>
              </p14:cNvPr>
              <p14:cNvContentPartPr/>
              <p14:nvPr/>
            </p14:nvContentPartPr>
            <p14:xfrm>
              <a:off x="13018080" y="8031480"/>
              <a:ext cx="28080" cy="360"/>
            </p14:xfrm>
          </p:contentPart>
        </mc:Choice>
        <mc:Fallback>
          <p:pic>
            <p:nvPicPr>
              <p:cNvPr id="23" name="Ink 22">
                <a:extLst>
                  <a:ext uri="{FF2B5EF4-FFF2-40B4-BE49-F238E27FC236}">
                    <a16:creationId xmlns:a16="http://schemas.microsoft.com/office/drawing/2014/main" id="{42C28B94-A625-F6A2-883F-F2F6A5AC5238}"/>
                  </a:ext>
                </a:extLst>
              </p:cNvPr>
              <p:cNvPicPr/>
              <p:nvPr/>
            </p:nvPicPr>
            <p:blipFill>
              <a:blip r:embed="rId27"/>
              <a:stretch>
                <a:fillRect/>
              </a:stretch>
            </p:blipFill>
            <p:spPr>
              <a:xfrm>
                <a:off x="12964080" y="7923480"/>
                <a:ext cx="1357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24" name="Ink 23">
                <a:extLst>
                  <a:ext uri="{FF2B5EF4-FFF2-40B4-BE49-F238E27FC236}">
                    <a16:creationId xmlns:a16="http://schemas.microsoft.com/office/drawing/2014/main" id="{A3A0DA5A-0D5E-D665-BFE8-9CE6A9B8EAAE}"/>
                  </a:ext>
                </a:extLst>
              </p14:cNvPr>
              <p14:cNvContentPartPr/>
              <p14:nvPr/>
            </p14:nvContentPartPr>
            <p14:xfrm>
              <a:off x="12984600" y="7940040"/>
              <a:ext cx="360" cy="360"/>
            </p14:xfrm>
          </p:contentPart>
        </mc:Choice>
        <mc:Fallback>
          <p:pic>
            <p:nvPicPr>
              <p:cNvPr id="24" name="Ink 23">
                <a:extLst>
                  <a:ext uri="{FF2B5EF4-FFF2-40B4-BE49-F238E27FC236}">
                    <a16:creationId xmlns:a16="http://schemas.microsoft.com/office/drawing/2014/main" id="{A3A0DA5A-0D5E-D665-BFE8-9CE6A9B8EAAE}"/>
                  </a:ext>
                </a:extLst>
              </p:cNvPr>
              <p:cNvPicPr/>
              <p:nvPr/>
            </p:nvPicPr>
            <p:blipFill>
              <a:blip r:embed="rId12"/>
              <a:stretch>
                <a:fillRect/>
              </a:stretch>
            </p:blipFill>
            <p:spPr>
              <a:xfrm>
                <a:off x="12930600" y="783204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5" name="Ink 24">
                <a:extLst>
                  <a:ext uri="{FF2B5EF4-FFF2-40B4-BE49-F238E27FC236}">
                    <a16:creationId xmlns:a16="http://schemas.microsoft.com/office/drawing/2014/main" id="{692A0649-48E0-84E6-914A-BBD94DCA65F5}"/>
                  </a:ext>
                </a:extLst>
              </p14:cNvPr>
              <p14:cNvContentPartPr/>
              <p14:nvPr/>
            </p14:nvContentPartPr>
            <p14:xfrm>
              <a:off x="13121400" y="7881720"/>
              <a:ext cx="205560" cy="28080"/>
            </p14:xfrm>
          </p:contentPart>
        </mc:Choice>
        <mc:Fallback>
          <p:pic>
            <p:nvPicPr>
              <p:cNvPr id="25" name="Ink 24">
                <a:extLst>
                  <a:ext uri="{FF2B5EF4-FFF2-40B4-BE49-F238E27FC236}">
                    <a16:creationId xmlns:a16="http://schemas.microsoft.com/office/drawing/2014/main" id="{692A0649-48E0-84E6-914A-BBD94DCA65F5}"/>
                  </a:ext>
                </a:extLst>
              </p:cNvPr>
              <p:cNvPicPr/>
              <p:nvPr/>
            </p:nvPicPr>
            <p:blipFill>
              <a:blip r:embed="rId31"/>
              <a:stretch>
                <a:fillRect/>
              </a:stretch>
            </p:blipFill>
            <p:spPr>
              <a:xfrm>
                <a:off x="13067760" y="7774080"/>
                <a:ext cx="313200" cy="24372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6" name="Ink 25">
                <a:extLst>
                  <a:ext uri="{FF2B5EF4-FFF2-40B4-BE49-F238E27FC236}">
                    <a16:creationId xmlns:a16="http://schemas.microsoft.com/office/drawing/2014/main" id="{99741663-98D8-51AE-99DA-9C58218B7326}"/>
                  </a:ext>
                </a:extLst>
              </p14:cNvPr>
              <p14:cNvContentPartPr/>
              <p14:nvPr/>
            </p14:nvContentPartPr>
            <p14:xfrm>
              <a:off x="13563480" y="7848600"/>
              <a:ext cx="86040" cy="15840"/>
            </p14:xfrm>
          </p:contentPart>
        </mc:Choice>
        <mc:Fallback>
          <p:pic>
            <p:nvPicPr>
              <p:cNvPr id="26" name="Ink 25">
                <a:extLst>
                  <a:ext uri="{FF2B5EF4-FFF2-40B4-BE49-F238E27FC236}">
                    <a16:creationId xmlns:a16="http://schemas.microsoft.com/office/drawing/2014/main" id="{99741663-98D8-51AE-99DA-9C58218B7326}"/>
                  </a:ext>
                </a:extLst>
              </p:cNvPr>
              <p:cNvPicPr/>
              <p:nvPr/>
            </p:nvPicPr>
            <p:blipFill>
              <a:blip r:embed="rId33"/>
              <a:stretch>
                <a:fillRect/>
              </a:stretch>
            </p:blipFill>
            <p:spPr>
              <a:xfrm>
                <a:off x="13509480" y="7740600"/>
                <a:ext cx="193680" cy="23148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7" name="Ink 26">
                <a:extLst>
                  <a:ext uri="{FF2B5EF4-FFF2-40B4-BE49-F238E27FC236}">
                    <a16:creationId xmlns:a16="http://schemas.microsoft.com/office/drawing/2014/main" id="{4747E500-6931-BC45-8C3E-836D2EC36769}"/>
                  </a:ext>
                </a:extLst>
              </p14:cNvPr>
              <p14:cNvContentPartPr/>
              <p14:nvPr/>
            </p14:nvContentPartPr>
            <p14:xfrm>
              <a:off x="13822680" y="7848240"/>
              <a:ext cx="115560" cy="360"/>
            </p14:xfrm>
          </p:contentPart>
        </mc:Choice>
        <mc:Fallback>
          <p:pic>
            <p:nvPicPr>
              <p:cNvPr id="27" name="Ink 26">
                <a:extLst>
                  <a:ext uri="{FF2B5EF4-FFF2-40B4-BE49-F238E27FC236}">
                    <a16:creationId xmlns:a16="http://schemas.microsoft.com/office/drawing/2014/main" id="{4747E500-6931-BC45-8C3E-836D2EC36769}"/>
                  </a:ext>
                </a:extLst>
              </p:cNvPr>
              <p:cNvPicPr/>
              <p:nvPr/>
            </p:nvPicPr>
            <p:blipFill>
              <a:blip r:embed="rId35"/>
              <a:stretch>
                <a:fillRect/>
              </a:stretch>
            </p:blipFill>
            <p:spPr>
              <a:xfrm>
                <a:off x="13768680" y="7740600"/>
                <a:ext cx="2232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8" name="Ink 27">
                <a:extLst>
                  <a:ext uri="{FF2B5EF4-FFF2-40B4-BE49-F238E27FC236}">
                    <a16:creationId xmlns:a16="http://schemas.microsoft.com/office/drawing/2014/main" id="{1C8129F2-187F-7AD4-2F7B-46D8D30C69D2}"/>
                  </a:ext>
                </a:extLst>
              </p14:cNvPr>
              <p14:cNvContentPartPr/>
              <p14:nvPr/>
            </p14:nvContentPartPr>
            <p14:xfrm>
              <a:off x="14051280" y="7863720"/>
              <a:ext cx="42840" cy="14040"/>
            </p14:xfrm>
          </p:contentPart>
        </mc:Choice>
        <mc:Fallback>
          <p:pic>
            <p:nvPicPr>
              <p:cNvPr id="28" name="Ink 27">
                <a:extLst>
                  <a:ext uri="{FF2B5EF4-FFF2-40B4-BE49-F238E27FC236}">
                    <a16:creationId xmlns:a16="http://schemas.microsoft.com/office/drawing/2014/main" id="{1C8129F2-187F-7AD4-2F7B-46D8D30C69D2}"/>
                  </a:ext>
                </a:extLst>
              </p:cNvPr>
              <p:cNvPicPr/>
              <p:nvPr/>
            </p:nvPicPr>
            <p:blipFill>
              <a:blip r:embed="rId37"/>
              <a:stretch>
                <a:fillRect/>
              </a:stretch>
            </p:blipFill>
            <p:spPr>
              <a:xfrm>
                <a:off x="13997280" y="7756080"/>
                <a:ext cx="150480" cy="22968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9" name="Ink 28">
                <a:extLst>
                  <a:ext uri="{FF2B5EF4-FFF2-40B4-BE49-F238E27FC236}">
                    <a16:creationId xmlns:a16="http://schemas.microsoft.com/office/drawing/2014/main" id="{D8F992BF-009D-DB12-CE7F-457B5E3E4DC6}"/>
                  </a:ext>
                </a:extLst>
              </p14:cNvPr>
              <p14:cNvContentPartPr/>
              <p14:nvPr/>
            </p14:nvContentPartPr>
            <p14:xfrm>
              <a:off x="14188440" y="7894320"/>
              <a:ext cx="57240" cy="24480"/>
            </p14:xfrm>
          </p:contentPart>
        </mc:Choice>
        <mc:Fallback>
          <p:pic>
            <p:nvPicPr>
              <p:cNvPr id="29" name="Ink 28">
                <a:extLst>
                  <a:ext uri="{FF2B5EF4-FFF2-40B4-BE49-F238E27FC236}">
                    <a16:creationId xmlns:a16="http://schemas.microsoft.com/office/drawing/2014/main" id="{D8F992BF-009D-DB12-CE7F-457B5E3E4DC6}"/>
                  </a:ext>
                </a:extLst>
              </p:cNvPr>
              <p:cNvPicPr/>
              <p:nvPr/>
            </p:nvPicPr>
            <p:blipFill>
              <a:blip r:embed="rId39"/>
              <a:stretch>
                <a:fillRect/>
              </a:stretch>
            </p:blipFill>
            <p:spPr>
              <a:xfrm>
                <a:off x="14134440" y="7786680"/>
                <a:ext cx="164880" cy="24012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30" name="Ink 29">
                <a:extLst>
                  <a:ext uri="{FF2B5EF4-FFF2-40B4-BE49-F238E27FC236}">
                    <a16:creationId xmlns:a16="http://schemas.microsoft.com/office/drawing/2014/main" id="{3DD37711-F501-8A54-7D49-552C5FD929D1}"/>
                  </a:ext>
                </a:extLst>
              </p14:cNvPr>
              <p14:cNvContentPartPr/>
              <p14:nvPr/>
            </p14:nvContentPartPr>
            <p14:xfrm>
              <a:off x="14310480" y="7924920"/>
              <a:ext cx="27720" cy="360"/>
            </p14:xfrm>
          </p:contentPart>
        </mc:Choice>
        <mc:Fallback>
          <p:pic>
            <p:nvPicPr>
              <p:cNvPr id="30" name="Ink 29">
                <a:extLst>
                  <a:ext uri="{FF2B5EF4-FFF2-40B4-BE49-F238E27FC236}">
                    <a16:creationId xmlns:a16="http://schemas.microsoft.com/office/drawing/2014/main" id="{3DD37711-F501-8A54-7D49-552C5FD929D1}"/>
                  </a:ext>
                </a:extLst>
              </p:cNvPr>
              <p:cNvPicPr/>
              <p:nvPr/>
            </p:nvPicPr>
            <p:blipFill>
              <a:blip r:embed="rId27"/>
              <a:stretch>
                <a:fillRect/>
              </a:stretch>
            </p:blipFill>
            <p:spPr>
              <a:xfrm>
                <a:off x="14256480" y="7816920"/>
                <a:ext cx="1353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31" name="Ink 30">
                <a:extLst>
                  <a:ext uri="{FF2B5EF4-FFF2-40B4-BE49-F238E27FC236}">
                    <a16:creationId xmlns:a16="http://schemas.microsoft.com/office/drawing/2014/main" id="{3946D6ED-F2D0-7C49-AB10-120D40E847A6}"/>
                  </a:ext>
                </a:extLst>
              </p14:cNvPr>
              <p14:cNvContentPartPr/>
              <p14:nvPr/>
            </p14:nvContentPartPr>
            <p14:xfrm>
              <a:off x="14370960" y="7924920"/>
              <a:ext cx="15840" cy="360"/>
            </p14:xfrm>
          </p:contentPart>
        </mc:Choice>
        <mc:Fallback>
          <p:pic>
            <p:nvPicPr>
              <p:cNvPr id="31" name="Ink 30">
                <a:extLst>
                  <a:ext uri="{FF2B5EF4-FFF2-40B4-BE49-F238E27FC236}">
                    <a16:creationId xmlns:a16="http://schemas.microsoft.com/office/drawing/2014/main" id="{3946D6ED-F2D0-7C49-AB10-120D40E847A6}"/>
                  </a:ext>
                </a:extLst>
              </p:cNvPr>
              <p:cNvPicPr/>
              <p:nvPr/>
            </p:nvPicPr>
            <p:blipFill>
              <a:blip r:embed="rId42"/>
              <a:stretch>
                <a:fillRect/>
              </a:stretch>
            </p:blipFill>
            <p:spPr>
              <a:xfrm>
                <a:off x="14316960" y="7816920"/>
                <a:ext cx="12348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32" name="Ink 31">
                <a:extLst>
                  <a:ext uri="{FF2B5EF4-FFF2-40B4-BE49-F238E27FC236}">
                    <a16:creationId xmlns:a16="http://schemas.microsoft.com/office/drawing/2014/main" id="{40940D48-0BAC-2E67-711A-F15ACACD615A}"/>
                  </a:ext>
                </a:extLst>
              </p14:cNvPr>
              <p14:cNvContentPartPr/>
              <p14:nvPr/>
            </p14:nvContentPartPr>
            <p14:xfrm>
              <a:off x="14417040" y="7924920"/>
              <a:ext cx="360" cy="360"/>
            </p14:xfrm>
          </p:contentPart>
        </mc:Choice>
        <mc:Fallback>
          <p:pic>
            <p:nvPicPr>
              <p:cNvPr id="32" name="Ink 31">
                <a:extLst>
                  <a:ext uri="{FF2B5EF4-FFF2-40B4-BE49-F238E27FC236}">
                    <a16:creationId xmlns:a16="http://schemas.microsoft.com/office/drawing/2014/main" id="{40940D48-0BAC-2E67-711A-F15ACACD615A}"/>
                  </a:ext>
                </a:extLst>
              </p:cNvPr>
              <p:cNvPicPr/>
              <p:nvPr/>
            </p:nvPicPr>
            <p:blipFill>
              <a:blip r:embed="rId12"/>
              <a:stretch>
                <a:fillRect/>
              </a:stretch>
            </p:blipFill>
            <p:spPr>
              <a:xfrm>
                <a:off x="14363040" y="781692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33" name="Ink 32">
                <a:extLst>
                  <a:ext uri="{FF2B5EF4-FFF2-40B4-BE49-F238E27FC236}">
                    <a16:creationId xmlns:a16="http://schemas.microsoft.com/office/drawing/2014/main" id="{708BCB1B-C0FF-19B8-DEE2-A0A1950E19DA}"/>
                  </a:ext>
                </a:extLst>
              </p14:cNvPr>
              <p14:cNvContentPartPr/>
              <p14:nvPr/>
            </p14:nvContentPartPr>
            <p14:xfrm>
              <a:off x="14140920" y="7897560"/>
              <a:ext cx="78120" cy="12240"/>
            </p14:xfrm>
          </p:contentPart>
        </mc:Choice>
        <mc:Fallback>
          <p:pic>
            <p:nvPicPr>
              <p:cNvPr id="33" name="Ink 32">
                <a:extLst>
                  <a:ext uri="{FF2B5EF4-FFF2-40B4-BE49-F238E27FC236}">
                    <a16:creationId xmlns:a16="http://schemas.microsoft.com/office/drawing/2014/main" id="{708BCB1B-C0FF-19B8-DEE2-A0A1950E19DA}"/>
                  </a:ext>
                </a:extLst>
              </p:cNvPr>
              <p:cNvPicPr/>
              <p:nvPr/>
            </p:nvPicPr>
            <p:blipFill>
              <a:blip r:embed="rId45"/>
              <a:stretch>
                <a:fillRect/>
              </a:stretch>
            </p:blipFill>
            <p:spPr>
              <a:xfrm>
                <a:off x="14087280" y="7789920"/>
                <a:ext cx="185760" cy="22788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34" name="Ink 33">
                <a:extLst>
                  <a:ext uri="{FF2B5EF4-FFF2-40B4-BE49-F238E27FC236}">
                    <a16:creationId xmlns:a16="http://schemas.microsoft.com/office/drawing/2014/main" id="{8F9E8AE2-FB72-1DE3-E953-8C0FAC687BFD}"/>
                  </a:ext>
                </a:extLst>
              </p14:cNvPr>
              <p14:cNvContentPartPr/>
              <p14:nvPr/>
            </p14:nvContentPartPr>
            <p14:xfrm>
              <a:off x="13790640" y="7863720"/>
              <a:ext cx="62640" cy="360"/>
            </p14:xfrm>
          </p:contentPart>
        </mc:Choice>
        <mc:Fallback>
          <p:pic>
            <p:nvPicPr>
              <p:cNvPr id="34" name="Ink 33">
                <a:extLst>
                  <a:ext uri="{FF2B5EF4-FFF2-40B4-BE49-F238E27FC236}">
                    <a16:creationId xmlns:a16="http://schemas.microsoft.com/office/drawing/2014/main" id="{8F9E8AE2-FB72-1DE3-E953-8C0FAC687BFD}"/>
                  </a:ext>
                </a:extLst>
              </p:cNvPr>
              <p:cNvPicPr/>
              <p:nvPr/>
            </p:nvPicPr>
            <p:blipFill>
              <a:blip r:embed="rId20"/>
              <a:stretch>
                <a:fillRect/>
              </a:stretch>
            </p:blipFill>
            <p:spPr>
              <a:xfrm>
                <a:off x="13737000" y="7756080"/>
                <a:ext cx="17028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35" name="Ink 34">
                <a:extLst>
                  <a:ext uri="{FF2B5EF4-FFF2-40B4-BE49-F238E27FC236}">
                    <a16:creationId xmlns:a16="http://schemas.microsoft.com/office/drawing/2014/main" id="{CCCFA008-9B6E-5E85-9538-BB68CFBF3981}"/>
                  </a:ext>
                </a:extLst>
              </p14:cNvPr>
              <p14:cNvContentPartPr/>
              <p14:nvPr/>
            </p14:nvContentPartPr>
            <p14:xfrm>
              <a:off x="13673280" y="7848240"/>
              <a:ext cx="27720" cy="360"/>
            </p14:xfrm>
          </p:contentPart>
        </mc:Choice>
        <mc:Fallback>
          <p:pic>
            <p:nvPicPr>
              <p:cNvPr id="35" name="Ink 34">
                <a:extLst>
                  <a:ext uri="{FF2B5EF4-FFF2-40B4-BE49-F238E27FC236}">
                    <a16:creationId xmlns:a16="http://schemas.microsoft.com/office/drawing/2014/main" id="{CCCFA008-9B6E-5E85-9538-BB68CFBF3981}"/>
                  </a:ext>
                </a:extLst>
              </p:cNvPr>
              <p:cNvPicPr/>
              <p:nvPr/>
            </p:nvPicPr>
            <p:blipFill>
              <a:blip r:embed="rId27"/>
              <a:stretch>
                <a:fillRect/>
              </a:stretch>
            </p:blipFill>
            <p:spPr>
              <a:xfrm>
                <a:off x="13619280" y="7740600"/>
                <a:ext cx="1353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6" name="Ink 35">
                <a:extLst>
                  <a:ext uri="{FF2B5EF4-FFF2-40B4-BE49-F238E27FC236}">
                    <a16:creationId xmlns:a16="http://schemas.microsoft.com/office/drawing/2014/main" id="{DBA19426-BC75-A452-BAC1-DC40F8091A80}"/>
                  </a:ext>
                </a:extLst>
              </p14:cNvPr>
              <p14:cNvContentPartPr/>
              <p14:nvPr/>
            </p14:nvContentPartPr>
            <p14:xfrm>
              <a:off x="13451880" y="7836360"/>
              <a:ext cx="96840" cy="12240"/>
            </p14:xfrm>
          </p:contentPart>
        </mc:Choice>
        <mc:Fallback>
          <p:pic>
            <p:nvPicPr>
              <p:cNvPr id="36" name="Ink 35">
                <a:extLst>
                  <a:ext uri="{FF2B5EF4-FFF2-40B4-BE49-F238E27FC236}">
                    <a16:creationId xmlns:a16="http://schemas.microsoft.com/office/drawing/2014/main" id="{DBA19426-BC75-A452-BAC1-DC40F8091A80}"/>
                  </a:ext>
                </a:extLst>
              </p:cNvPr>
              <p:cNvPicPr/>
              <p:nvPr/>
            </p:nvPicPr>
            <p:blipFill>
              <a:blip r:embed="rId49"/>
              <a:stretch>
                <a:fillRect/>
              </a:stretch>
            </p:blipFill>
            <p:spPr>
              <a:xfrm>
                <a:off x="13398240" y="7728720"/>
                <a:ext cx="204480" cy="22788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7" name="Ink 36">
                <a:extLst>
                  <a:ext uri="{FF2B5EF4-FFF2-40B4-BE49-F238E27FC236}">
                    <a16:creationId xmlns:a16="http://schemas.microsoft.com/office/drawing/2014/main" id="{5DFF1493-9710-59DE-283C-31037273E575}"/>
                  </a:ext>
                </a:extLst>
              </p14:cNvPr>
              <p14:cNvContentPartPr/>
              <p14:nvPr/>
            </p14:nvContentPartPr>
            <p14:xfrm>
              <a:off x="13110960" y="7833480"/>
              <a:ext cx="56520" cy="360"/>
            </p14:xfrm>
          </p:contentPart>
        </mc:Choice>
        <mc:Fallback>
          <p:pic>
            <p:nvPicPr>
              <p:cNvPr id="37" name="Ink 36">
                <a:extLst>
                  <a:ext uri="{FF2B5EF4-FFF2-40B4-BE49-F238E27FC236}">
                    <a16:creationId xmlns:a16="http://schemas.microsoft.com/office/drawing/2014/main" id="{5DFF1493-9710-59DE-283C-31037273E575}"/>
                  </a:ext>
                </a:extLst>
              </p:cNvPr>
              <p:cNvPicPr/>
              <p:nvPr/>
            </p:nvPicPr>
            <p:blipFill>
              <a:blip r:embed="rId22"/>
              <a:stretch>
                <a:fillRect/>
              </a:stretch>
            </p:blipFill>
            <p:spPr>
              <a:xfrm>
                <a:off x="13056960" y="7725480"/>
                <a:ext cx="1641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38" name="Ink 37">
                <a:extLst>
                  <a:ext uri="{FF2B5EF4-FFF2-40B4-BE49-F238E27FC236}">
                    <a16:creationId xmlns:a16="http://schemas.microsoft.com/office/drawing/2014/main" id="{0037434B-809D-2180-5101-DED3BDF427EF}"/>
                  </a:ext>
                </a:extLst>
              </p14:cNvPr>
              <p14:cNvContentPartPr/>
              <p14:nvPr/>
            </p14:nvContentPartPr>
            <p14:xfrm>
              <a:off x="13014480" y="7833480"/>
              <a:ext cx="15840" cy="360"/>
            </p14:xfrm>
          </p:contentPart>
        </mc:Choice>
        <mc:Fallback>
          <p:pic>
            <p:nvPicPr>
              <p:cNvPr id="38" name="Ink 37">
                <a:extLst>
                  <a:ext uri="{FF2B5EF4-FFF2-40B4-BE49-F238E27FC236}">
                    <a16:creationId xmlns:a16="http://schemas.microsoft.com/office/drawing/2014/main" id="{0037434B-809D-2180-5101-DED3BDF427EF}"/>
                  </a:ext>
                </a:extLst>
              </p:cNvPr>
              <p:cNvPicPr/>
              <p:nvPr/>
            </p:nvPicPr>
            <p:blipFill>
              <a:blip r:embed="rId42"/>
              <a:stretch>
                <a:fillRect/>
              </a:stretch>
            </p:blipFill>
            <p:spPr>
              <a:xfrm>
                <a:off x="12960840" y="7725480"/>
                <a:ext cx="12348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9" name="Ink 38">
                <a:extLst>
                  <a:ext uri="{FF2B5EF4-FFF2-40B4-BE49-F238E27FC236}">
                    <a16:creationId xmlns:a16="http://schemas.microsoft.com/office/drawing/2014/main" id="{044DB781-755D-332F-69E8-B92065C00082}"/>
                  </a:ext>
                </a:extLst>
              </p14:cNvPr>
              <p14:cNvContentPartPr/>
              <p14:nvPr/>
            </p14:nvContentPartPr>
            <p14:xfrm>
              <a:off x="12917280" y="7848240"/>
              <a:ext cx="6480" cy="6480"/>
            </p14:xfrm>
          </p:contentPart>
        </mc:Choice>
        <mc:Fallback>
          <p:pic>
            <p:nvPicPr>
              <p:cNvPr id="39" name="Ink 38">
                <a:extLst>
                  <a:ext uri="{FF2B5EF4-FFF2-40B4-BE49-F238E27FC236}">
                    <a16:creationId xmlns:a16="http://schemas.microsoft.com/office/drawing/2014/main" id="{044DB781-755D-332F-69E8-B92065C00082}"/>
                  </a:ext>
                </a:extLst>
              </p:cNvPr>
              <p:cNvPicPr/>
              <p:nvPr/>
            </p:nvPicPr>
            <p:blipFill>
              <a:blip r:embed="rId53"/>
              <a:stretch>
                <a:fillRect/>
              </a:stretch>
            </p:blipFill>
            <p:spPr>
              <a:xfrm>
                <a:off x="12863280" y="7740600"/>
                <a:ext cx="114120" cy="22212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40" name="Ink 39">
                <a:extLst>
                  <a:ext uri="{FF2B5EF4-FFF2-40B4-BE49-F238E27FC236}">
                    <a16:creationId xmlns:a16="http://schemas.microsoft.com/office/drawing/2014/main" id="{8E7760A1-7E73-ED8B-A3ED-A5FFE0772942}"/>
                  </a:ext>
                </a:extLst>
              </p14:cNvPr>
              <p14:cNvContentPartPr/>
              <p14:nvPr/>
            </p14:nvContentPartPr>
            <p14:xfrm>
              <a:off x="12907920" y="7878840"/>
              <a:ext cx="187920" cy="32400"/>
            </p14:xfrm>
          </p:contentPart>
        </mc:Choice>
        <mc:Fallback>
          <p:pic>
            <p:nvPicPr>
              <p:cNvPr id="40" name="Ink 39">
                <a:extLst>
                  <a:ext uri="{FF2B5EF4-FFF2-40B4-BE49-F238E27FC236}">
                    <a16:creationId xmlns:a16="http://schemas.microsoft.com/office/drawing/2014/main" id="{8E7760A1-7E73-ED8B-A3ED-A5FFE0772942}"/>
                  </a:ext>
                </a:extLst>
              </p:cNvPr>
              <p:cNvPicPr/>
              <p:nvPr/>
            </p:nvPicPr>
            <p:blipFill>
              <a:blip r:embed="rId55"/>
              <a:stretch>
                <a:fillRect/>
              </a:stretch>
            </p:blipFill>
            <p:spPr>
              <a:xfrm>
                <a:off x="12853920" y="7770840"/>
                <a:ext cx="295560" cy="24804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41" name="Ink 40">
                <a:extLst>
                  <a:ext uri="{FF2B5EF4-FFF2-40B4-BE49-F238E27FC236}">
                    <a16:creationId xmlns:a16="http://schemas.microsoft.com/office/drawing/2014/main" id="{4940AAE9-3186-B606-B697-5A95AA2269E3}"/>
                  </a:ext>
                </a:extLst>
              </p14:cNvPr>
              <p14:cNvContentPartPr/>
              <p14:nvPr/>
            </p14:nvContentPartPr>
            <p14:xfrm>
              <a:off x="13761480" y="7924920"/>
              <a:ext cx="50760" cy="360"/>
            </p14:xfrm>
          </p:contentPart>
        </mc:Choice>
        <mc:Fallback>
          <p:pic>
            <p:nvPicPr>
              <p:cNvPr id="41" name="Ink 40">
                <a:extLst>
                  <a:ext uri="{FF2B5EF4-FFF2-40B4-BE49-F238E27FC236}">
                    <a16:creationId xmlns:a16="http://schemas.microsoft.com/office/drawing/2014/main" id="{4940AAE9-3186-B606-B697-5A95AA2269E3}"/>
                  </a:ext>
                </a:extLst>
              </p:cNvPr>
              <p:cNvPicPr/>
              <p:nvPr/>
            </p:nvPicPr>
            <p:blipFill>
              <a:blip r:embed="rId24"/>
              <a:stretch>
                <a:fillRect/>
              </a:stretch>
            </p:blipFill>
            <p:spPr>
              <a:xfrm>
                <a:off x="13707480" y="7816920"/>
                <a:ext cx="1584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42" name="Ink 41">
                <a:extLst>
                  <a:ext uri="{FF2B5EF4-FFF2-40B4-BE49-F238E27FC236}">
                    <a16:creationId xmlns:a16="http://schemas.microsoft.com/office/drawing/2014/main" id="{00A63611-348B-D306-4D67-8D73343FA873}"/>
                  </a:ext>
                </a:extLst>
              </p14:cNvPr>
              <p14:cNvContentPartPr/>
              <p14:nvPr/>
            </p14:nvContentPartPr>
            <p14:xfrm>
              <a:off x="14051280" y="7940040"/>
              <a:ext cx="88200" cy="21960"/>
            </p14:xfrm>
          </p:contentPart>
        </mc:Choice>
        <mc:Fallback>
          <p:pic>
            <p:nvPicPr>
              <p:cNvPr id="42" name="Ink 41">
                <a:extLst>
                  <a:ext uri="{FF2B5EF4-FFF2-40B4-BE49-F238E27FC236}">
                    <a16:creationId xmlns:a16="http://schemas.microsoft.com/office/drawing/2014/main" id="{00A63611-348B-D306-4D67-8D73343FA873}"/>
                  </a:ext>
                </a:extLst>
              </p:cNvPr>
              <p:cNvPicPr/>
              <p:nvPr/>
            </p:nvPicPr>
            <p:blipFill>
              <a:blip r:embed="rId58"/>
              <a:stretch>
                <a:fillRect/>
              </a:stretch>
            </p:blipFill>
            <p:spPr>
              <a:xfrm>
                <a:off x="13997280" y="7832040"/>
                <a:ext cx="195840" cy="23760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43" name="Ink 42">
                <a:extLst>
                  <a:ext uri="{FF2B5EF4-FFF2-40B4-BE49-F238E27FC236}">
                    <a16:creationId xmlns:a16="http://schemas.microsoft.com/office/drawing/2014/main" id="{4222FA78-4470-287F-E0C4-49E23495BC01}"/>
                  </a:ext>
                </a:extLst>
              </p14:cNvPr>
              <p14:cNvContentPartPr/>
              <p14:nvPr/>
            </p14:nvContentPartPr>
            <p14:xfrm>
              <a:off x="14173320" y="7985400"/>
              <a:ext cx="48600" cy="23760"/>
            </p14:xfrm>
          </p:contentPart>
        </mc:Choice>
        <mc:Fallback>
          <p:pic>
            <p:nvPicPr>
              <p:cNvPr id="43" name="Ink 42">
                <a:extLst>
                  <a:ext uri="{FF2B5EF4-FFF2-40B4-BE49-F238E27FC236}">
                    <a16:creationId xmlns:a16="http://schemas.microsoft.com/office/drawing/2014/main" id="{4222FA78-4470-287F-E0C4-49E23495BC01}"/>
                  </a:ext>
                </a:extLst>
              </p:cNvPr>
              <p:cNvPicPr/>
              <p:nvPr/>
            </p:nvPicPr>
            <p:blipFill>
              <a:blip r:embed="rId60"/>
              <a:stretch>
                <a:fillRect/>
              </a:stretch>
            </p:blipFill>
            <p:spPr>
              <a:xfrm>
                <a:off x="14119320" y="7877400"/>
                <a:ext cx="156240" cy="23940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44" name="Ink 43">
                <a:extLst>
                  <a:ext uri="{FF2B5EF4-FFF2-40B4-BE49-F238E27FC236}">
                    <a16:creationId xmlns:a16="http://schemas.microsoft.com/office/drawing/2014/main" id="{32BFA48D-B905-C3F8-A75F-8FB560515BF2}"/>
                  </a:ext>
                </a:extLst>
              </p14:cNvPr>
              <p14:cNvContentPartPr/>
              <p14:nvPr/>
            </p14:nvContentPartPr>
            <p14:xfrm>
              <a:off x="14197440" y="8031480"/>
              <a:ext cx="6120" cy="360"/>
            </p14:xfrm>
          </p:contentPart>
        </mc:Choice>
        <mc:Fallback>
          <p:pic>
            <p:nvPicPr>
              <p:cNvPr id="44" name="Ink 43">
                <a:extLst>
                  <a:ext uri="{FF2B5EF4-FFF2-40B4-BE49-F238E27FC236}">
                    <a16:creationId xmlns:a16="http://schemas.microsoft.com/office/drawing/2014/main" id="{32BFA48D-B905-C3F8-A75F-8FB560515BF2}"/>
                  </a:ext>
                </a:extLst>
              </p:cNvPr>
              <p:cNvPicPr/>
              <p:nvPr/>
            </p:nvPicPr>
            <p:blipFill>
              <a:blip r:embed="rId62"/>
              <a:stretch>
                <a:fillRect/>
              </a:stretch>
            </p:blipFill>
            <p:spPr>
              <a:xfrm>
                <a:off x="14143440" y="7923480"/>
                <a:ext cx="1137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45" name="Ink 44">
                <a:extLst>
                  <a:ext uri="{FF2B5EF4-FFF2-40B4-BE49-F238E27FC236}">
                    <a16:creationId xmlns:a16="http://schemas.microsoft.com/office/drawing/2014/main" id="{71BFFD2F-6DBB-206A-C3DE-79FFC4BB4776}"/>
                  </a:ext>
                </a:extLst>
              </p14:cNvPr>
              <p14:cNvContentPartPr/>
              <p14:nvPr/>
            </p14:nvContentPartPr>
            <p14:xfrm>
              <a:off x="14167200" y="8031480"/>
              <a:ext cx="6480" cy="360"/>
            </p14:xfrm>
          </p:contentPart>
        </mc:Choice>
        <mc:Fallback>
          <p:pic>
            <p:nvPicPr>
              <p:cNvPr id="45" name="Ink 44">
                <a:extLst>
                  <a:ext uri="{FF2B5EF4-FFF2-40B4-BE49-F238E27FC236}">
                    <a16:creationId xmlns:a16="http://schemas.microsoft.com/office/drawing/2014/main" id="{71BFFD2F-6DBB-206A-C3DE-79FFC4BB4776}"/>
                  </a:ext>
                </a:extLst>
              </p:cNvPr>
              <p:cNvPicPr/>
              <p:nvPr/>
            </p:nvPicPr>
            <p:blipFill>
              <a:blip r:embed="rId62"/>
              <a:stretch>
                <a:fillRect/>
              </a:stretch>
            </p:blipFill>
            <p:spPr>
              <a:xfrm>
                <a:off x="14113200" y="7923480"/>
                <a:ext cx="1141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46" name="Ink 45">
                <a:extLst>
                  <a:ext uri="{FF2B5EF4-FFF2-40B4-BE49-F238E27FC236}">
                    <a16:creationId xmlns:a16="http://schemas.microsoft.com/office/drawing/2014/main" id="{6837B778-DB5F-01B5-7294-2FA74CB7319D}"/>
                  </a:ext>
                </a:extLst>
              </p14:cNvPr>
              <p14:cNvContentPartPr/>
              <p14:nvPr/>
            </p14:nvContentPartPr>
            <p14:xfrm>
              <a:off x="14127240" y="8006640"/>
              <a:ext cx="360" cy="25200"/>
            </p14:xfrm>
          </p:contentPart>
        </mc:Choice>
        <mc:Fallback>
          <p:pic>
            <p:nvPicPr>
              <p:cNvPr id="46" name="Ink 45">
                <a:extLst>
                  <a:ext uri="{FF2B5EF4-FFF2-40B4-BE49-F238E27FC236}">
                    <a16:creationId xmlns:a16="http://schemas.microsoft.com/office/drawing/2014/main" id="{6837B778-DB5F-01B5-7294-2FA74CB7319D}"/>
                  </a:ext>
                </a:extLst>
              </p:cNvPr>
              <p:cNvPicPr/>
              <p:nvPr/>
            </p:nvPicPr>
            <p:blipFill>
              <a:blip r:embed="rId65"/>
              <a:stretch>
                <a:fillRect/>
              </a:stretch>
            </p:blipFill>
            <p:spPr>
              <a:xfrm>
                <a:off x="14073240" y="7898640"/>
                <a:ext cx="108000" cy="24084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47" name="Ink 46">
                <a:extLst>
                  <a:ext uri="{FF2B5EF4-FFF2-40B4-BE49-F238E27FC236}">
                    <a16:creationId xmlns:a16="http://schemas.microsoft.com/office/drawing/2014/main" id="{2584E737-458C-1F3A-A098-95D85C7F88F0}"/>
                  </a:ext>
                </a:extLst>
              </p14:cNvPr>
              <p14:cNvContentPartPr/>
              <p14:nvPr/>
            </p14:nvContentPartPr>
            <p14:xfrm>
              <a:off x="14003760" y="7857600"/>
              <a:ext cx="32040" cy="21600"/>
            </p14:xfrm>
          </p:contentPart>
        </mc:Choice>
        <mc:Fallback>
          <p:pic>
            <p:nvPicPr>
              <p:cNvPr id="47" name="Ink 46">
                <a:extLst>
                  <a:ext uri="{FF2B5EF4-FFF2-40B4-BE49-F238E27FC236}">
                    <a16:creationId xmlns:a16="http://schemas.microsoft.com/office/drawing/2014/main" id="{2584E737-458C-1F3A-A098-95D85C7F88F0}"/>
                  </a:ext>
                </a:extLst>
              </p:cNvPr>
              <p:cNvPicPr/>
              <p:nvPr/>
            </p:nvPicPr>
            <p:blipFill>
              <a:blip r:embed="rId67"/>
              <a:stretch>
                <a:fillRect/>
              </a:stretch>
            </p:blipFill>
            <p:spPr>
              <a:xfrm>
                <a:off x="13950120" y="7749600"/>
                <a:ext cx="139680" cy="23724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8" name="Ink 47">
                <a:extLst>
                  <a:ext uri="{FF2B5EF4-FFF2-40B4-BE49-F238E27FC236}">
                    <a16:creationId xmlns:a16="http://schemas.microsoft.com/office/drawing/2014/main" id="{ADAE7537-D45B-DF47-4C8E-8C0F6DB32C02}"/>
                  </a:ext>
                </a:extLst>
              </p14:cNvPr>
              <p14:cNvContentPartPr/>
              <p14:nvPr/>
            </p14:nvContentPartPr>
            <p14:xfrm>
              <a:off x="13959480" y="7817640"/>
              <a:ext cx="56520" cy="360"/>
            </p14:xfrm>
          </p:contentPart>
        </mc:Choice>
        <mc:Fallback>
          <p:pic>
            <p:nvPicPr>
              <p:cNvPr id="48" name="Ink 47">
                <a:extLst>
                  <a:ext uri="{FF2B5EF4-FFF2-40B4-BE49-F238E27FC236}">
                    <a16:creationId xmlns:a16="http://schemas.microsoft.com/office/drawing/2014/main" id="{ADAE7537-D45B-DF47-4C8E-8C0F6DB32C02}"/>
                  </a:ext>
                </a:extLst>
              </p:cNvPr>
              <p:cNvPicPr/>
              <p:nvPr/>
            </p:nvPicPr>
            <p:blipFill>
              <a:blip r:embed="rId22"/>
              <a:stretch>
                <a:fillRect/>
              </a:stretch>
            </p:blipFill>
            <p:spPr>
              <a:xfrm>
                <a:off x="13905840" y="7710000"/>
                <a:ext cx="1641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69">
            <p14:nvContentPartPr>
              <p14:cNvPr id="49" name="Ink 48">
                <a:extLst>
                  <a:ext uri="{FF2B5EF4-FFF2-40B4-BE49-F238E27FC236}">
                    <a16:creationId xmlns:a16="http://schemas.microsoft.com/office/drawing/2014/main" id="{87BFFDB6-5845-FFBF-93BD-CF3EDEB641F2}"/>
                  </a:ext>
                </a:extLst>
              </p14:cNvPr>
              <p14:cNvContentPartPr/>
              <p14:nvPr/>
            </p14:nvContentPartPr>
            <p14:xfrm>
              <a:off x="14310480" y="7894320"/>
              <a:ext cx="72000" cy="29880"/>
            </p14:xfrm>
          </p:contentPart>
        </mc:Choice>
        <mc:Fallback>
          <p:pic>
            <p:nvPicPr>
              <p:cNvPr id="49" name="Ink 48">
                <a:extLst>
                  <a:ext uri="{FF2B5EF4-FFF2-40B4-BE49-F238E27FC236}">
                    <a16:creationId xmlns:a16="http://schemas.microsoft.com/office/drawing/2014/main" id="{87BFFDB6-5845-FFBF-93BD-CF3EDEB641F2}"/>
                  </a:ext>
                </a:extLst>
              </p:cNvPr>
              <p:cNvPicPr/>
              <p:nvPr/>
            </p:nvPicPr>
            <p:blipFill>
              <a:blip r:embed="rId70"/>
              <a:stretch>
                <a:fillRect/>
              </a:stretch>
            </p:blipFill>
            <p:spPr>
              <a:xfrm>
                <a:off x="14256480" y="7786680"/>
                <a:ext cx="179640" cy="24552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50" name="Ink 49">
                <a:extLst>
                  <a:ext uri="{FF2B5EF4-FFF2-40B4-BE49-F238E27FC236}">
                    <a16:creationId xmlns:a16="http://schemas.microsoft.com/office/drawing/2014/main" id="{99243DD9-41A6-200B-AC40-890ABAC257F5}"/>
                  </a:ext>
                </a:extLst>
              </p14:cNvPr>
              <p14:cNvContentPartPr/>
              <p14:nvPr/>
            </p14:nvContentPartPr>
            <p14:xfrm>
              <a:off x="14477880" y="7924920"/>
              <a:ext cx="6120" cy="6120"/>
            </p14:xfrm>
          </p:contentPart>
        </mc:Choice>
        <mc:Fallback>
          <p:pic>
            <p:nvPicPr>
              <p:cNvPr id="50" name="Ink 49">
                <a:extLst>
                  <a:ext uri="{FF2B5EF4-FFF2-40B4-BE49-F238E27FC236}">
                    <a16:creationId xmlns:a16="http://schemas.microsoft.com/office/drawing/2014/main" id="{99243DD9-41A6-200B-AC40-890ABAC257F5}"/>
                  </a:ext>
                </a:extLst>
              </p:cNvPr>
              <p:cNvPicPr/>
              <p:nvPr/>
            </p:nvPicPr>
            <p:blipFill>
              <a:blip r:embed="rId72"/>
              <a:stretch>
                <a:fillRect/>
              </a:stretch>
            </p:blipFill>
            <p:spPr>
              <a:xfrm>
                <a:off x="14424240" y="7816920"/>
                <a:ext cx="113760" cy="22176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51" name="Ink 50">
                <a:extLst>
                  <a:ext uri="{FF2B5EF4-FFF2-40B4-BE49-F238E27FC236}">
                    <a16:creationId xmlns:a16="http://schemas.microsoft.com/office/drawing/2014/main" id="{B12414B4-4AE4-6CB7-1DB2-D5DD53CE0217}"/>
                  </a:ext>
                </a:extLst>
              </p14:cNvPr>
              <p14:cNvContentPartPr/>
              <p14:nvPr/>
            </p14:nvContentPartPr>
            <p14:xfrm>
              <a:off x="14493000" y="7940040"/>
              <a:ext cx="360" cy="360"/>
            </p14:xfrm>
          </p:contentPart>
        </mc:Choice>
        <mc:Fallback>
          <p:pic>
            <p:nvPicPr>
              <p:cNvPr id="51" name="Ink 50">
                <a:extLst>
                  <a:ext uri="{FF2B5EF4-FFF2-40B4-BE49-F238E27FC236}">
                    <a16:creationId xmlns:a16="http://schemas.microsoft.com/office/drawing/2014/main" id="{B12414B4-4AE4-6CB7-1DB2-D5DD53CE0217}"/>
                  </a:ext>
                </a:extLst>
              </p:cNvPr>
              <p:cNvPicPr/>
              <p:nvPr/>
            </p:nvPicPr>
            <p:blipFill>
              <a:blip r:embed="rId12"/>
              <a:stretch>
                <a:fillRect/>
              </a:stretch>
            </p:blipFill>
            <p:spPr>
              <a:xfrm>
                <a:off x="14439000" y="783204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52" name="Ink 51">
                <a:extLst>
                  <a:ext uri="{FF2B5EF4-FFF2-40B4-BE49-F238E27FC236}">
                    <a16:creationId xmlns:a16="http://schemas.microsoft.com/office/drawing/2014/main" id="{C2DA0E13-50B5-9A93-39AF-F7BC71ED1324}"/>
                  </a:ext>
                </a:extLst>
              </p14:cNvPr>
              <p14:cNvContentPartPr/>
              <p14:nvPr/>
            </p14:nvContentPartPr>
            <p14:xfrm>
              <a:off x="14493000" y="7940040"/>
              <a:ext cx="360" cy="360"/>
            </p14:xfrm>
          </p:contentPart>
        </mc:Choice>
        <mc:Fallback>
          <p:pic>
            <p:nvPicPr>
              <p:cNvPr id="52" name="Ink 51">
                <a:extLst>
                  <a:ext uri="{FF2B5EF4-FFF2-40B4-BE49-F238E27FC236}">
                    <a16:creationId xmlns:a16="http://schemas.microsoft.com/office/drawing/2014/main" id="{C2DA0E13-50B5-9A93-39AF-F7BC71ED1324}"/>
                  </a:ext>
                </a:extLst>
              </p:cNvPr>
              <p:cNvPicPr/>
              <p:nvPr/>
            </p:nvPicPr>
            <p:blipFill>
              <a:blip r:embed="rId12"/>
              <a:stretch>
                <a:fillRect/>
              </a:stretch>
            </p:blipFill>
            <p:spPr>
              <a:xfrm>
                <a:off x="14439000" y="783204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53" name="Ink 52">
                <a:extLst>
                  <a:ext uri="{FF2B5EF4-FFF2-40B4-BE49-F238E27FC236}">
                    <a16:creationId xmlns:a16="http://schemas.microsoft.com/office/drawing/2014/main" id="{D2C2F914-F062-D684-F032-897E46CE47A5}"/>
                  </a:ext>
                </a:extLst>
              </p14:cNvPr>
              <p14:cNvContentPartPr/>
              <p14:nvPr/>
            </p14:nvContentPartPr>
            <p14:xfrm>
              <a:off x="14375640" y="8016000"/>
              <a:ext cx="41760" cy="15840"/>
            </p14:xfrm>
          </p:contentPart>
        </mc:Choice>
        <mc:Fallback>
          <p:pic>
            <p:nvPicPr>
              <p:cNvPr id="53" name="Ink 52">
                <a:extLst>
                  <a:ext uri="{FF2B5EF4-FFF2-40B4-BE49-F238E27FC236}">
                    <a16:creationId xmlns:a16="http://schemas.microsoft.com/office/drawing/2014/main" id="{D2C2F914-F062-D684-F032-897E46CE47A5}"/>
                  </a:ext>
                </a:extLst>
              </p:cNvPr>
              <p:cNvPicPr/>
              <p:nvPr/>
            </p:nvPicPr>
            <p:blipFill>
              <a:blip r:embed="rId76"/>
              <a:stretch>
                <a:fillRect/>
              </a:stretch>
            </p:blipFill>
            <p:spPr>
              <a:xfrm>
                <a:off x="14321640" y="7908000"/>
                <a:ext cx="149400" cy="23148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54" name="Ink 53">
                <a:extLst>
                  <a:ext uri="{FF2B5EF4-FFF2-40B4-BE49-F238E27FC236}">
                    <a16:creationId xmlns:a16="http://schemas.microsoft.com/office/drawing/2014/main" id="{42306777-0AEC-8949-12DB-9285C3DFB75D}"/>
                  </a:ext>
                </a:extLst>
              </p14:cNvPr>
              <p14:cNvContentPartPr/>
              <p14:nvPr/>
            </p14:nvContentPartPr>
            <p14:xfrm>
              <a:off x="14147400" y="8031480"/>
              <a:ext cx="56160" cy="360"/>
            </p14:xfrm>
          </p:contentPart>
        </mc:Choice>
        <mc:Fallback>
          <p:pic>
            <p:nvPicPr>
              <p:cNvPr id="54" name="Ink 53">
                <a:extLst>
                  <a:ext uri="{FF2B5EF4-FFF2-40B4-BE49-F238E27FC236}">
                    <a16:creationId xmlns:a16="http://schemas.microsoft.com/office/drawing/2014/main" id="{42306777-0AEC-8949-12DB-9285C3DFB75D}"/>
                  </a:ext>
                </a:extLst>
              </p:cNvPr>
              <p:cNvPicPr/>
              <p:nvPr/>
            </p:nvPicPr>
            <p:blipFill>
              <a:blip r:embed="rId22"/>
              <a:stretch>
                <a:fillRect/>
              </a:stretch>
            </p:blipFill>
            <p:spPr>
              <a:xfrm>
                <a:off x="14093400" y="7923480"/>
                <a:ext cx="1638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55" name="Ink 54">
                <a:extLst>
                  <a:ext uri="{FF2B5EF4-FFF2-40B4-BE49-F238E27FC236}">
                    <a16:creationId xmlns:a16="http://schemas.microsoft.com/office/drawing/2014/main" id="{A6F06476-519E-2D20-F24A-5529352A66D1}"/>
                  </a:ext>
                </a:extLst>
              </p14:cNvPr>
              <p14:cNvContentPartPr/>
              <p14:nvPr/>
            </p14:nvContentPartPr>
            <p14:xfrm>
              <a:off x="13978200" y="8031480"/>
              <a:ext cx="27360" cy="14040"/>
            </p14:xfrm>
          </p:contentPart>
        </mc:Choice>
        <mc:Fallback>
          <p:pic>
            <p:nvPicPr>
              <p:cNvPr id="55" name="Ink 54">
                <a:extLst>
                  <a:ext uri="{FF2B5EF4-FFF2-40B4-BE49-F238E27FC236}">
                    <a16:creationId xmlns:a16="http://schemas.microsoft.com/office/drawing/2014/main" id="{A6F06476-519E-2D20-F24A-5529352A66D1}"/>
                  </a:ext>
                </a:extLst>
              </p:cNvPr>
              <p:cNvPicPr/>
              <p:nvPr/>
            </p:nvPicPr>
            <p:blipFill>
              <a:blip r:embed="rId79"/>
              <a:stretch>
                <a:fillRect/>
              </a:stretch>
            </p:blipFill>
            <p:spPr>
              <a:xfrm>
                <a:off x="13924200" y="7923480"/>
                <a:ext cx="135000" cy="22968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56" name="Ink 55">
                <a:extLst>
                  <a:ext uri="{FF2B5EF4-FFF2-40B4-BE49-F238E27FC236}">
                    <a16:creationId xmlns:a16="http://schemas.microsoft.com/office/drawing/2014/main" id="{049A43C4-1E60-EFC5-CCE8-6FE25C463CD7}"/>
                  </a:ext>
                </a:extLst>
              </p14:cNvPr>
              <p14:cNvContentPartPr/>
              <p14:nvPr/>
            </p14:nvContentPartPr>
            <p14:xfrm>
              <a:off x="13810440" y="8046600"/>
              <a:ext cx="27360" cy="360"/>
            </p14:xfrm>
          </p:contentPart>
        </mc:Choice>
        <mc:Fallback>
          <p:pic>
            <p:nvPicPr>
              <p:cNvPr id="56" name="Ink 55">
                <a:extLst>
                  <a:ext uri="{FF2B5EF4-FFF2-40B4-BE49-F238E27FC236}">
                    <a16:creationId xmlns:a16="http://schemas.microsoft.com/office/drawing/2014/main" id="{049A43C4-1E60-EFC5-CCE8-6FE25C463CD7}"/>
                  </a:ext>
                </a:extLst>
              </p:cNvPr>
              <p:cNvPicPr/>
              <p:nvPr/>
            </p:nvPicPr>
            <p:blipFill>
              <a:blip r:embed="rId27"/>
              <a:stretch>
                <a:fillRect/>
              </a:stretch>
            </p:blipFill>
            <p:spPr>
              <a:xfrm>
                <a:off x="13756440" y="7938600"/>
                <a:ext cx="135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57" name="Ink 56">
                <a:extLst>
                  <a:ext uri="{FF2B5EF4-FFF2-40B4-BE49-F238E27FC236}">
                    <a16:creationId xmlns:a16="http://schemas.microsoft.com/office/drawing/2014/main" id="{4379821D-5EF9-6C30-6FA4-97D69AE36A7D}"/>
                  </a:ext>
                </a:extLst>
              </p14:cNvPr>
              <p14:cNvContentPartPr/>
              <p14:nvPr/>
            </p14:nvContentPartPr>
            <p14:xfrm>
              <a:off x="13670040" y="8046600"/>
              <a:ext cx="360" cy="360"/>
            </p14:xfrm>
          </p:contentPart>
        </mc:Choice>
        <mc:Fallback>
          <p:pic>
            <p:nvPicPr>
              <p:cNvPr id="57" name="Ink 56">
                <a:extLst>
                  <a:ext uri="{FF2B5EF4-FFF2-40B4-BE49-F238E27FC236}">
                    <a16:creationId xmlns:a16="http://schemas.microsoft.com/office/drawing/2014/main" id="{4379821D-5EF9-6C30-6FA4-97D69AE36A7D}"/>
                  </a:ext>
                </a:extLst>
              </p:cNvPr>
              <p:cNvPicPr/>
              <p:nvPr/>
            </p:nvPicPr>
            <p:blipFill>
              <a:blip r:embed="rId12"/>
              <a:stretch>
                <a:fillRect/>
              </a:stretch>
            </p:blipFill>
            <p:spPr>
              <a:xfrm>
                <a:off x="13616040" y="7938600"/>
                <a:ext cx="108000" cy="216000"/>
              </a:xfrm>
              <a:prstGeom prst="rect">
                <a:avLst/>
              </a:prstGeom>
            </p:spPr>
          </p:pic>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676632"/>
            <a:ext cx="8290917" cy="708779"/>
          </a:xfrm>
          <a:prstGeom prst="rect">
            <a:avLst/>
          </a:prstGeom>
          <a:noFill/>
          <a:ln/>
        </p:spPr>
        <p:txBody>
          <a:bodyPr wrap="none" lIns="0" tIns="0" rIns="0" bIns="0" rtlCol="0" anchor="t"/>
          <a:lstStyle/>
          <a:p>
            <a:pPr marL="0" indent="0" algn="l">
              <a:lnSpc>
                <a:spcPts val="5550"/>
              </a:lnSpc>
              <a:buNone/>
            </a:pPr>
            <a:r>
              <a:rPr lang="en-US" sz="4450" dirty="0">
                <a:solidFill>
                  <a:srgbClr val="FFFFFF"/>
                </a:solidFill>
                <a:latin typeface="Saira Medium" pitchFamily="34" charset="0"/>
                <a:ea typeface="Saira Medium" pitchFamily="34" charset="-122"/>
                <a:cs typeface="Saira Medium" pitchFamily="34" charset="-120"/>
              </a:rPr>
              <a:t>Future Directions &amp; Innovations</a:t>
            </a:r>
            <a:endParaRPr lang="en-US" sz="4450" dirty="0"/>
          </a:p>
        </p:txBody>
      </p:sp>
      <p:sp>
        <p:nvSpPr>
          <p:cNvPr id="3" name="Shape 1"/>
          <p:cNvSpPr/>
          <p:nvPr/>
        </p:nvSpPr>
        <p:spPr>
          <a:xfrm>
            <a:off x="793790" y="2179201"/>
            <a:ext cx="6407944" cy="2403396"/>
          </a:xfrm>
          <a:prstGeom prst="roundRect">
            <a:avLst>
              <a:gd name="adj" fmla="val 6087"/>
            </a:avLst>
          </a:prstGeom>
          <a:solidFill>
            <a:srgbClr val="030303">
              <a:alpha val="75000"/>
            </a:srgbClr>
          </a:solidFill>
          <a:ln/>
        </p:spPr>
        <p:txBody>
          <a:bodyPr/>
          <a:lstStyle/>
          <a:p>
            <a:endParaRPr lang="en-US"/>
          </a:p>
        </p:txBody>
      </p:sp>
      <p:sp>
        <p:nvSpPr>
          <p:cNvPr id="4" name="Shape 2"/>
          <p:cNvSpPr/>
          <p:nvPr/>
        </p:nvSpPr>
        <p:spPr>
          <a:xfrm>
            <a:off x="793790" y="2148721"/>
            <a:ext cx="6407944" cy="121920"/>
          </a:xfrm>
          <a:prstGeom prst="roundRect">
            <a:avLst>
              <a:gd name="adj" fmla="val 167442"/>
            </a:avLst>
          </a:prstGeom>
          <a:solidFill>
            <a:srgbClr val="FC8337"/>
          </a:solidFill>
          <a:ln/>
        </p:spPr>
        <p:txBody>
          <a:bodyPr/>
          <a:lstStyle/>
          <a:p>
            <a:endParaRPr lang="en-US"/>
          </a:p>
        </p:txBody>
      </p:sp>
      <p:sp>
        <p:nvSpPr>
          <p:cNvPr id="5" name="Shape 3"/>
          <p:cNvSpPr/>
          <p:nvPr/>
        </p:nvSpPr>
        <p:spPr>
          <a:xfrm>
            <a:off x="3657540" y="1839039"/>
            <a:ext cx="680442" cy="680442"/>
          </a:xfrm>
          <a:prstGeom prst="roundRect">
            <a:avLst>
              <a:gd name="adj" fmla="val 134383"/>
            </a:avLst>
          </a:prstGeom>
          <a:solidFill>
            <a:srgbClr val="FC8337"/>
          </a:solidFill>
          <a:ln/>
        </p:spPr>
        <p:txBody>
          <a:bodyPr/>
          <a:lstStyle/>
          <a:p>
            <a:endParaRPr lang="en-US"/>
          </a:p>
        </p:txBody>
      </p:sp>
      <p:sp>
        <p:nvSpPr>
          <p:cNvPr id="6" name="Text 4"/>
          <p:cNvSpPr/>
          <p:nvPr/>
        </p:nvSpPr>
        <p:spPr>
          <a:xfrm>
            <a:off x="3861614" y="2009180"/>
            <a:ext cx="272177" cy="340162"/>
          </a:xfrm>
          <a:prstGeom prst="rect">
            <a:avLst/>
          </a:prstGeom>
          <a:noFill/>
          <a:ln/>
        </p:spPr>
        <p:txBody>
          <a:bodyPr wrap="none" lIns="0" tIns="0" rIns="0" bIns="0" rtlCol="0" anchor="t"/>
          <a:lstStyle/>
          <a:p>
            <a:pPr marL="0" indent="0" algn="l">
              <a:lnSpc>
                <a:spcPts val="3400"/>
              </a:lnSpc>
              <a:buNone/>
            </a:pPr>
            <a:r>
              <a:rPr lang="en-US" sz="2100" dirty="0">
                <a:solidFill>
                  <a:srgbClr val="000000"/>
                </a:solidFill>
                <a:latin typeface="Saira Medium" pitchFamily="34" charset="0"/>
                <a:ea typeface="Saira Medium" pitchFamily="34" charset="-122"/>
                <a:cs typeface="Saira Medium" pitchFamily="34" charset="-120"/>
              </a:rPr>
              <a:t>1</a:t>
            </a:r>
            <a:endParaRPr lang="en-US" sz="2100" dirty="0"/>
          </a:p>
        </p:txBody>
      </p:sp>
      <p:sp>
        <p:nvSpPr>
          <p:cNvPr id="7" name="Text 5"/>
          <p:cNvSpPr/>
          <p:nvPr/>
        </p:nvSpPr>
        <p:spPr>
          <a:xfrm>
            <a:off x="1051084" y="2746177"/>
            <a:ext cx="3845123"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Saira Medium" pitchFamily="34" charset="0"/>
                <a:ea typeface="Saira Medium" pitchFamily="34" charset="-122"/>
                <a:cs typeface="Saira Medium" pitchFamily="34" charset="-120"/>
              </a:rPr>
              <a:t>Network Analysis Integration</a:t>
            </a:r>
            <a:endParaRPr lang="en-US" sz="2200" dirty="0"/>
          </a:p>
        </p:txBody>
      </p:sp>
      <p:sp>
        <p:nvSpPr>
          <p:cNvPr id="8" name="Text 6"/>
          <p:cNvSpPr/>
          <p:nvPr/>
        </p:nvSpPr>
        <p:spPr>
          <a:xfrm>
            <a:off x="1051084" y="3236595"/>
            <a:ext cx="5893356" cy="1088708"/>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Identifying patterns of dissemination and user behavior to detect coordinated bot-driven campaigns that amplify fake news.</a:t>
            </a:r>
            <a:endParaRPr lang="en-US" sz="1750" dirty="0"/>
          </a:p>
        </p:txBody>
      </p:sp>
      <p:sp>
        <p:nvSpPr>
          <p:cNvPr id="9" name="Shape 7"/>
          <p:cNvSpPr/>
          <p:nvPr/>
        </p:nvSpPr>
        <p:spPr>
          <a:xfrm>
            <a:off x="7428548" y="2179201"/>
            <a:ext cx="6408063" cy="2403396"/>
          </a:xfrm>
          <a:prstGeom prst="roundRect">
            <a:avLst>
              <a:gd name="adj" fmla="val 6087"/>
            </a:avLst>
          </a:prstGeom>
          <a:solidFill>
            <a:srgbClr val="030303">
              <a:alpha val="75000"/>
            </a:srgbClr>
          </a:solidFill>
          <a:ln/>
        </p:spPr>
        <p:txBody>
          <a:bodyPr/>
          <a:lstStyle/>
          <a:p>
            <a:endParaRPr lang="en-US"/>
          </a:p>
        </p:txBody>
      </p:sp>
      <p:sp>
        <p:nvSpPr>
          <p:cNvPr id="10" name="Shape 8"/>
          <p:cNvSpPr/>
          <p:nvPr/>
        </p:nvSpPr>
        <p:spPr>
          <a:xfrm>
            <a:off x="7428548" y="2148721"/>
            <a:ext cx="6408063" cy="121920"/>
          </a:xfrm>
          <a:prstGeom prst="roundRect">
            <a:avLst>
              <a:gd name="adj" fmla="val 167442"/>
            </a:avLst>
          </a:prstGeom>
          <a:solidFill>
            <a:srgbClr val="FC8337"/>
          </a:solidFill>
          <a:ln/>
        </p:spPr>
        <p:txBody>
          <a:bodyPr/>
          <a:lstStyle/>
          <a:p>
            <a:endParaRPr lang="en-US"/>
          </a:p>
        </p:txBody>
      </p:sp>
      <p:sp>
        <p:nvSpPr>
          <p:cNvPr id="11" name="Shape 9"/>
          <p:cNvSpPr/>
          <p:nvPr/>
        </p:nvSpPr>
        <p:spPr>
          <a:xfrm>
            <a:off x="10292298" y="1839039"/>
            <a:ext cx="680442" cy="680442"/>
          </a:xfrm>
          <a:prstGeom prst="roundRect">
            <a:avLst>
              <a:gd name="adj" fmla="val 134383"/>
            </a:avLst>
          </a:prstGeom>
          <a:solidFill>
            <a:srgbClr val="FC8337"/>
          </a:solidFill>
          <a:ln/>
        </p:spPr>
        <p:txBody>
          <a:bodyPr/>
          <a:lstStyle/>
          <a:p>
            <a:endParaRPr lang="en-US"/>
          </a:p>
        </p:txBody>
      </p:sp>
      <p:sp>
        <p:nvSpPr>
          <p:cNvPr id="12" name="Text 10"/>
          <p:cNvSpPr/>
          <p:nvPr/>
        </p:nvSpPr>
        <p:spPr>
          <a:xfrm>
            <a:off x="10496371" y="2009180"/>
            <a:ext cx="272177" cy="340162"/>
          </a:xfrm>
          <a:prstGeom prst="rect">
            <a:avLst/>
          </a:prstGeom>
          <a:noFill/>
          <a:ln/>
        </p:spPr>
        <p:txBody>
          <a:bodyPr wrap="none" lIns="0" tIns="0" rIns="0" bIns="0" rtlCol="0" anchor="t"/>
          <a:lstStyle/>
          <a:p>
            <a:pPr marL="0" indent="0" algn="l">
              <a:lnSpc>
                <a:spcPts val="3400"/>
              </a:lnSpc>
              <a:buNone/>
            </a:pPr>
            <a:r>
              <a:rPr lang="en-US" sz="2100" dirty="0">
                <a:solidFill>
                  <a:srgbClr val="000000"/>
                </a:solidFill>
                <a:latin typeface="Saira Medium" pitchFamily="34" charset="0"/>
                <a:ea typeface="Saira Medium" pitchFamily="34" charset="-122"/>
                <a:cs typeface="Saira Medium" pitchFamily="34" charset="-120"/>
              </a:rPr>
              <a:t>2</a:t>
            </a:r>
            <a:endParaRPr lang="en-US" sz="2100" dirty="0"/>
          </a:p>
        </p:txBody>
      </p:sp>
      <p:sp>
        <p:nvSpPr>
          <p:cNvPr id="13" name="Text 11"/>
          <p:cNvSpPr/>
          <p:nvPr/>
        </p:nvSpPr>
        <p:spPr>
          <a:xfrm>
            <a:off x="7685842" y="2746177"/>
            <a:ext cx="4668560"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Saira Medium" pitchFamily="34" charset="0"/>
                <a:ea typeface="Saira Medium" pitchFamily="34" charset="-122"/>
                <a:cs typeface="Saira Medium" pitchFamily="34" charset="-120"/>
              </a:rPr>
              <a:t>Leveraging Large Language Models</a:t>
            </a:r>
            <a:endParaRPr lang="en-US" sz="2200" dirty="0"/>
          </a:p>
        </p:txBody>
      </p:sp>
      <p:sp>
        <p:nvSpPr>
          <p:cNvPr id="14" name="Text 12"/>
          <p:cNvSpPr/>
          <p:nvPr/>
        </p:nvSpPr>
        <p:spPr>
          <a:xfrm>
            <a:off x="7685842" y="3236595"/>
            <a:ext cx="5893475" cy="1088708"/>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Utilizing advanced pre-trained models like BERT and GPT for more nuanced contextual understanding and generation of counter-narratives.</a:t>
            </a:r>
            <a:endParaRPr lang="en-US" sz="1750" dirty="0"/>
          </a:p>
        </p:txBody>
      </p:sp>
      <p:sp>
        <p:nvSpPr>
          <p:cNvPr id="15" name="Shape 13"/>
          <p:cNvSpPr/>
          <p:nvPr/>
        </p:nvSpPr>
        <p:spPr>
          <a:xfrm>
            <a:off x="793790" y="5149572"/>
            <a:ext cx="6407944" cy="2403396"/>
          </a:xfrm>
          <a:prstGeom prst="roundRect">
            <a:avLst>
              <a:gd name="adj" fmla="val 6087"/>
            </a:avLst>
          </a:prstGeom>
          <a:solidFill>
            <a:srgbClr val="030303">
              <a:alpha val="75000"/>
            </a:srgbClr>
          </a:solidFill>
          <a:ln/>
        </p:spPr>
        <p:txBody>
          <a:bodyPr/>
          <a:lstStyle/>
          <a:p>
            <a:endParaRPr lang="en-US"/>
          </a:p>
        </p:txBody>
      </p:sp>
      <p:sp>
        <p:nvSpPr>
          <p:cNvPr id="16" name="Shape 14"/>
          <p:cNvSpPr/>
          <p:nvPr/>
        </p:nvSpPr>
        <p:spPr>
          <a:xfrm>
            <a:off x="793790" y="5119092"/>
            <a:ext cx="6407944" cy="121920"/>
          </a:xfrm>
          <a:prstGeom prst="roundRect">
            <a:avLst>
              <a:gd name="adj" fmla="val 167442"/>
            </a:avLst>
          </a:prstGeom>
          <a:solidFill>
            <a:srgbClr val="FC8337"/>
          </a:solidFill>
          <a:ln/>
        </p:spPr>
        <p:txBody>
          <a:bodyPr/>
          <a:lstStyle/>
          <a:p>
            <a:endParaRPr lang="en-US"/>
          </a:p>
        </p:txBody>
      </p:sp>
      <p:sp>
        <p:nvSpPr>
          <p:cNvPr id="17" name="Shape 15"/>
          <p:cNvSpPr/>
          <p:nvPr/>
        </p:nvSpPr>
        <p:spPr>
          <a:xfrm>
            <a:off x="3657540" y="4809411"/>
            <a:ext cx="680442" cy="680442"/>
          </a:xfrm>
          <a:prstGeom prst="roundRect">
            <a:avLst>
              <a:gd name="adj" fmla="val 134383"/>
            </a:avLst>
          </a:prstGeom>
          <a:solidFill>
            <a:srgbClr val="FC8337"/>
          </a:solidFill>
          <a:ln/>
        </p:spPr>
        <p:txBody>
          <a:bodyPr/>
          <a:lstStyle/>
          <a:p>
            <a:endParaRPr lang="en-US"/>
          </a:p>
        </p:txBody>
      </p:sp>
      <p:sp>
        <p:nvSpPr>
          <p:cNvPr id="18" name="Text 16"/>
          <p:cNvSpPr/>
          <p:nvPr/>
        </p:nvSpPr>
        <p:spPr>
          <a:xfrm>
            <a:off x="3861614" y="4979551"/>
            <a:ext cx="272177" cy="340162"/>
          </a:xfrm>
          <a:prstGeom prst="rect">
            <a:avLst/>
          </a:prstGeom>
          <a:noFill/>
          <a:ln/>
        </p:spPr>
        <p:txBody>
          <a:bodyPr wrap="none" lIns="0" tIns="0" rIns="0" bIns="0" rtlCol="0" anchor="t"/>
          <a:lstStyle/>
          <a:p>
            <a:pPr marL="0" indent="0" algn="l">
              <a:lnSpc>
                <a:spcPts val="3400"/>
              </a:lnSpc>
              <a:buNone/>
            </a:pPr>
            <a:r>
              <a:rPr lang="en-US" sz="2100" dirty="0">
                <a:solidFill>
                  <a:srgbClr val="000000"/>
                </a:solidFill>
                <a:latin typeface="Saira Medium" pitchFamily="34" charset="0"/>
                <a:ea typeface="Saira Medium" pitchFamily="34" charset="-122"/>
                <a:cs typeface="Saira Medium" pitchFamily="34" charset="-120"/>
              </a:rPr>
              <a:t>3</a:t>
            </a:r>
            <a:endParaRPr lang="en-US" sz="2100" dirty="0"/>
          </a:p>
        </p:txBody>
      </p:sp>
      <p:sp>
        <p:nvSpPr>
          <p:cNvPr id="19" name="Text 17"/>
          <p:cNvSpPr/>
          <p:nvPr/>
        </p:nvSpPr>
        <p:spPr>
          <a:xfrm>
            <a:off x="1051084" y="571654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Saira Medium" pitchFamily="34" charset="0"/>
                <a:ea typeface="Saira Medium" pitchFamily="34" charset="-122"/>
                <a:cs typeface="Saira Medium" pitchFamily="34" charset="-120"/>
              </a:rPr>
              <a:t>Hybrid Fact-Checking</a:t>
            </a:r>
            <a:endParaRPr lang="en-US" sz="2200" dirty="0"/>
          </a:p>
        </p:txBody>
      </p:sp>
      <p:sp>
        <p:nvSpPr>
          <p:cNvPr id="20" name="Text 18"/>
          <p:cNvSpPr/>
          <p:nvPr/>
        </p:nvSpPr>
        <p:spPr>
          <a:xfrm>
            <a:off x="1051084" y="6206966"/>
            <a:ext cx="5893356" cy="1088708"/>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Combining NLP's automated analysis with human fact-checking efforts and knowledge bases for real-time verification and enriched accuracy.</a:t>
            </a:r>
            <a:endParaRPr lang="en-US" sz="1750" dirty="0"/>
          </a:p>
        </p:txBody>
      </p:sp>
      <p:sp>
        <p:nvSpPr>
          <p:cNvPr id="21" name="Shape 19"/>
          <p:cNvSpPr/>
          <p:nvPr/>
        </p:nvSpPr>
        <p:spPr>
          <a:xfrm>
            <a:off x="7428548" y="5149572"/>
            <a:ext cx="6408063" cy="2403396"/>
          </a:xfrm>
          <a:prstGeom prst="roundRect">
            <a:avLst>
              <a:gd name="adj" fmla="val 6087"/>
            </a:avLst>
          </a:prstGeom>
          <a:solidFill>
            <a:srgbClr val="030303">
              <a:alpha val="75000"/>
            </a:srgbClr>
          </a:solidFill>
          <a:ln/>
        </p:spPr>
        <p:txBody>
          <a:bodyPr/>
          <a:lstStyle/>
          <a:p>
            <a:endParaRPr lang="en-US"/>
          </a:p>
        </p:txBody>
      </p:sp>
      <p:sp>
        <p:nvSpPr>
          <p:cNvPr id="22" name="Shape 20"/>
          <p:cNvSpPr/>
          <p:nvPr/>
        </p:nvSpPr>
        <p:spPr>
          <a:xfrm>
            <a:off x="7428548" y="5119092"/>
            <a:ext cx="6408063" cy="121920"/>
          </a:xfrm>
          <a:prstGeom prst="roundRect">
            <a:avLst>
              <a:gd name="adj" fmla="val 167442"/>
            </a:avLst>
          </a:prstGeom>
          <a:solidFill>
            <a:srgbClr val="FC8337"/>
          </a:solidFill>
          <a:ln/>
        </p:spPr>
        <p:txBody>
          <a:bodyPr/>
          <a:lstStyle/>
          <a:p>
            <a:endParaRPr lang="en-US"/>
          </a:p>
        </p:txBody>
      </p:sp>
      <p:sp>
        <p:nvSpPr>
          <p:cNvPr id="23" name="Shape 21"/>
          <p:cNvSpPr/>
          <p:nvPr/>
        </p:nvSpPr>
        <p:spPr>
          <a:xfrm>
            <a:off x="10292298" y="4809411"/>
            <a:ext cx="680442" cy="680442"/>
          </a:xfrm>
          <a:prstGeom prst="roundRect">
            <a:avLst>
              <a:gd name="adj" fmla="val 134383"/>
            </a:avLst>
          </a:prstGeom>
          <a:solidFill>
            <a:srgbClr val="FC8337"/>
          </a:solidFill>
          <a:ln/>
        </p:spPr>
        <p:txBody>
          <a:bodyPr/>
          <a:lstStyle/>
          <a:p>
            <a:endParaRPr lang="en-US"/>
          </a:p>
        </p:txBody>
      </p:sp>
      <p:sp>
        <p:nvSpPr>
          <p:cNvPr id="24" name="Text 22"/>
          <p:cNvSpPr/>
          <p:nvPr/>
        </p:nvSpPr>
        <p:spPr>
          <a:xfrm>
            <a:off x="10496371" y="4979551"/>
            <a:ext cx="272177" cy="340162"/>
          </a:xfrm>
          <a:prstGeom prst="rect">
            <a:avLst/>
          </a:prstGeom>
          <a:noFill/>
          <a:ln/>
        </p:spPr>
        <p:txBody>
          <a:bodyPr wrap="none" lIns="0" tIns="0" rIns="0" bIns="0" rtlCol="0" anchor="t"/>
          <a:lstStyle/>
          <a:p>
            <a:pPr marL="0" indent="0" algn="l">
              <a:lnSpc>
                <a:spcPts val="3400"/>
              </a:lnSpc>
              <a:buNone/>
            </a:pPr>
            <a:r>
              <a:rPr lang="en-US" sz="2100" dirty="0">
                <a:solidFill>
                  <a:srgbClr val="000000"/>
                </a:solidFill>
                <a:latin typeface="Saira Medium" pitchFamily="34" charset="0"/>
                <a:ea typeface="Saira Medium" pitchFamily="34" charset="-122"/>
                <a:cs typeface="Saira Medium" pitchFamily="34" charset="-120"/>
              </a:rPr>
              <a:t>4</a:t>
            </a:r>
            <a:endParaRPr lang="en-US" sz="2100" dirty="0"/>
          </a:p>
        </p:txBody>
      </p:sp>
      <p:sp>
        <p:nvSpPr>
          <p:cNvPr id="25" name="Text 23"/>
          <p:cNvSpPr/>
          <p:nvPr/>
        </p:nvSpPr>
        <p:spPr>
          <a:xfrm>
            <a:off x="7685842" y="5716548"/>
            <a:ext cx="3045976" cy="354330"/>
          </a:xfrm>
          <a:prstGeom prst="rect">
            <a:avLst/>
          </a:prstGeom>
          <a:noFill/>
          <a:ln/>
        </p:spPr>
        <p:txBody>
          <a:bodyPr wrap="none" lIns="0" tIns="0" rIns="0" bIns="0" rtlCol="0" anchor="t"/>
          <a:lstStyle/>
          <a:p>
            <a:pPr marL="0" indent="0" algn="l">
              <a:lnSpc>
                <a:spcPts val="2750"/>
              </a:lnSpc>
              <a:buNone/>
            </a:pPr>
            <a:r>
              <a:rPr lang="en-US" sz="2200" dirty="0">
                <a:solidFill>
                  <a:srgbClr val="E5E0DF"/>
                </a:solidFill>
                <a:latin typeface="Saira Medium" pitchFamily="34" charset="0"/>
                <a:ea typeface="Saira Medium" pitchFamily="34" charset="-122"/>
                <a:cs typeface="Saira Medium" pitchFamily="34" charset="-120"/>
              </a:rPr>
              <a:t>Ethical AI Development</a:t>
            </a:r>
            <a:endParaRPr lang="en-US" sz="2200" dirty="0"/>
          </a:p>
        </p:txBody>
      </p:sp>
      <p:sp>
        <p:nvSpPr>
          <p:cNvPr id="26" name="Text 24"/>
          <p:cNvSpPr/>
          <p:nvPr/>
        </p:nvSpPr>
        <p:spPr>
          <a:xfrm>
            <a:off x="7685842" y="6206966"/>
            <a:ext cx="5893475" cy="1088708"/>
          </a:xfrm>
          <a:prstGeom prst="rect">
            <a:avLst/>
          </a:prstGeom>
          <a:noFill/>
          <a:ln/>
        </p:spPr>
        <p:txBody>
          <a:bodyPr wrap="square" lIns="0" tIns="0" rIns="0" bIns="0" rtlCol="0" anchor="t"/>
          <a:lstStyle/>
          <a:p>
            <a:pPr marL="0" indent="0" algn="l">
              <a:lnSpc>
                <a:spcPts val="2850"/>
              </a:lnSpc>
              <a:buNone/>
            </a:pPr>
            <a:r>
              <a:rPr lang="en-US" sz="1750" dirty="0">
                <a:solidFill>
                  <a:srgbClr val="E5E0DF"/>
                </a:solidFill>
                <a:latin typeface="Roboto" pitchFamily="34" charset="0"/>
                <a:ea typeface="Roboto" pitchFamily="34" charset="-122"/>
                <a:cs typeface="Roboto" pitchFamily="34" charset="-120"/>
              </a:rPr>
              <a:t>Focusing on transparent, explainable AI models to build trust and ensure fairness in detection, minimizing bias and unintended consequences.</a:t>
            </a:r>
            <a:endParaRPr lang="en-US" sz="1750" dirty="0"/>
          </a:p>
        </p:txBody>
      </p:sp>
      <mc:AlternateContent xmlns:mc="http://schemas.openxmlformats.org/markup-compatibility/2006">
        <mc:Choice xmlns:p14="http://schemas.microsoft.com/office/powerpoint/2010/main" Requires="p14">
          <p:contentPart p14:bwMode="auto" r:id="rId3">
            <p14:nvContentPartPr>
              <p14:cNvPr id="27" name="Ink 26">
                <a:extLst>
                  <a:ext uri="{FF2B5EF4-FFF2-40B4-BE49-F238E27FC236}">
                    <a16:creationId xmlns:a16="http://schemas.microsoft.com/office/drawing/2014/main" id="{8D7F2753-710F-93C7-A204-F01E59377C97}"/>
                  </a:ext>
                </a:extLst>
              </p14:cNvPr>
              <p14:cNvContentPartPr/>
              <p14:nvPr/>
            </p14:nvContentPartPr>
            <p14:xfrm>
              <a:off x="13609560" y="8031360"/>
              <a:ext cx="360" cy="360"/>
            </p14:xfrm>
          </p:contentPart>
        </mc:Choice>
        <mc:Fallback>
          <p:pic>
            <p:nvPicPr>
              <p:cNvPr id="27" name="Ink 26">
                <a:extLst>
                  <a:ext uri="{FF2B5EF4-FFF2-40B4-BE49-F238E27FC236}">
                    <a16:creationId xmlns:a16="http://schemas.microsoft.com/office/drawing/2014/main" id="{8D7F2753-710F-93C7-A204-F01E59377C97}"/>
                  </a:ext>
                </a:extLst>
              </p:cNvPr>
              <p:cNvPicPr/>
              <p:nvPr/>
            </p:nvPicPr>
            <p:blipFill>
              <a:blip r:embed="rId4"/>
              <a:stretch>
                <a:fillRect/>
              </a:stretch>
            </p:blipFill>
            <p:spPr>
              <a:xfrm>
                <a:off x="13555560" y="792336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28" name="Ink 27">
                <a:extLst>
                  <a:ext uri="{FF2B5EF4-FFF2-40B4-BE49-F238E27FC236}">
                    <a16:creationId xmlns:a16="http://schemas.microsoft.com/office/drawing/2014/main" id="{01ABC0E5-A6E2-4EED-67FB-EEDF36764BB5}"/>
                  </a:ext>
                </a:extLst>
              </p14:cNvPr>
              <p14:cNvContentPartPr/>
              <p14:nvPr/>
            </p14:nvContentPartPr>
            <p14:xfrm>
              <a:off x="13609560" y="8019600"/>
              <a:ext cx="88560" cy="27360"/>
            </p14:xfrm>
          </p:contentPart>
        </mc:Choice>
        <mc:Fallback>
          <p:pic>
            <p:nvPicPr>
              <p:cNvPr id="28" name="Ink 27">
                <a:extLst>
                  <a:ext uri="{FF2B5EF4-FFF2-40B4-BE49-F238E27FC236}">
                    <a16:creationId xmlns:a16="http://schemas.microsoft.com/office/drawing/2014/main" id="{01ABC0E5-A6E2-4EED-67FB-EEDF36764BB5}"/>
                  </a:ext>
                </a:extLst>
              </p:cNvPr>
              <p:cNvPicPr/>
              <p:nvPr/>
            </p:nvPicPr>
            <p:blipFill>
              <a:blip r:embed="rId6"/>
              <a:stretch>
                <a:fillRect/>
              </a:stretch>
            </p:blipFill>
            <p:spPr>
              <a:xfrm>
                <a:off x="13555560" y="7911600"/>
                <a:ext cx="196200" cy="2430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29" name="Ink 28">
                <a:extLst>
                  <a:ext uri="{FF2B5EF4-FFF2-40B4-BE49-F238E27FC236}">
                    <a16:creationId xmlns:a16="http://schemas.microsoft.com/office/drawing/2014/main" id="{01088845-A119-87A4-BEBF-D8F8BF98979D}"/>
                  </a:ext>
                </a:extLst>
              </p14:cNvPr>
              <p14:cNvContentPartPr/>
              <p14:nvPr/>
            </p14:nvContentPartPr>
            <p14:xfrm>
              <a:off x="14142720" y="7976400"/>
              <a:ext cx="150840" cy="9360"/>
            </p14:xfrm>
          </p:contentPart>
        </mc:Choice>
        <mc:Fallback>
          <p:pic>
            <p:nvPicPr>
              <p:cNvPr id="29" name="Ink 28">
                <a:extLst>
                  <a:ext uri="{FF2B5EF4-FFF2-40B4-BE49-F238E27FC236}">
                    <a16:creationId xmlns:a16="http://schemas.microsoft.com/office/drawing/2014/main" id="{01088845-A119-87A4-BEBF-D8F8BF98979D}"/>
                  </a:ext>
                </a:extLst>
              </p:cNvPr>
              <p:cNvPicPr/>
              <p:nvPr/>
            </p:nvPicPr>
            <p:blipFill>
              <a:blip r:embed="rId8"/>
              <a:stretch>
                <a:fillRect/>
              </a:stretch>
            </p:blipFill>
            <p:spPr>
              <a:xfrm>
                <a:off x="14089080" y="7868400"/>
                <a:ext cx="258480" cy="2250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30" name="Ink 29">
                <a:extLst>
                  <a:ext uri="{FF2B5EF4-FFF2-40B4-BE49-F238E27FC236}">
                    <a16:creationId xmlns:a16="http://schemas.microsoft.com/office/drawing/2014/main" id="{42938EE8-5636-9674-053E-95B8F030D9E8}"/>
                  </a:ext>
                </a:extLst>
              </p14:cNvPr>
              <p14:cNvContentPartPr/>
              <p14:nvPr/>
            </p14:nvContentPartPr>
            <p14:xfrm>
              <a:off x="14325600" y="7970280"/>
              <a:ext cx="15840" cy="360"/>
            </p14:xfrm>
          </p:contentPart>
        </mc:Choice>
        <mc:Fallback>
          <p:pic>
            <p:nvPicPr>
              <p:cNvPr id="30" name="Ink 29">
                <a:extLst>
                  <a:ext uri="{FF2B5EF4-FFF2-40B4-BE49-F238E27FC236}">
                    <a16:creationId xmlns:a16="http://schemas.microsoft.com/office/drawing/2014/main" id="{42938EE8-5636-9674-053E-95B8F030D9E8}"/>
                  </a:ext>
                </a:extLst>
              </p:cNvPr>
              <p:cNvPicPr/>
              <p:nvPr/>
            </p:nvPicPr>
            <p:blipFill>
              <a:blip r:embed="rId10"/>
              <a:stretch>
                <a:fillRect/>
              </a:stretch>
            </p:blipFill>
            <p:spPr>
              <a:xfrm>
                <a:off x="14271600" y="7862640"/>
                <a:ext cx="12348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31" name="Ink 30">
                <a:extLst>
                  <a:ext uri="{FF2B5EF4-FFF2-40B4-BE49-F238E27FC236}">
                    <a16:creationId xmlns:a16="http://schemas.microsoft.com/office/drawing/2014/main" id="{FD0AC06B-4E76-DE78-CD9F-66F555E07FD8}"/>
                  </a:ext>
                </a:extLst>
              </p14:cNvPr>
              <p14:cNvContentPartPr/>
              <p14:nvPr/>
            </p14:nvContentPartPr>
            <p14:xfrm>
              <a:off x="13931400" y="7928160"/>
              <a:ext cx="181080" cy="12240"/>
            </p14:xfrm>
          </p:contentPart>
        </mc:Choice>
        <mc:Fallback>
          <p:pic>
            <p:nvPicPr>
              <p:cNvPr id="31" name="Ink 30">
                <a:extLst>
                  <a:ext uri="{FF2B5EF4-FFF2-40B4-BE49-F238E27FC236}">
                    <a16:creationId xmlns:a16="http://schemas.microsoft.com/office/drawing/2014/main" id="{FD0AC06B-4E76-DE78-CD9F-66F555E07FD8}"/>
                  </a:ext>
                </a:extLst>
              </p:cNvPr>
              <p:cNvPicPr/>
              <p:nvPr/>
            </p:nvPicPr>
            <p:blipFill>
              <a:blip r:embed="rId12"/>
              <a:stretch>
                <a:fillRect/>
              </a:stretch>
            </p:blipFill>
            <p:spPr>
              <a:xfrm>
                <a:off x="13877400" y="7820160"/>
                <a:ext cx="288720" cy="22788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32" name="Ink 31">
                <a:extLst>
                  <a:ext uri="{FF2B5EF4-FFF2-40B4-BE49-F238E27FC236}">
                    <a16:creationId xmlns:a16="http://schemas.microsoft.com/office/drawing/2014/main" id="{4F35FD43-6192-4498-CFD9-4AA7D66588E2}"/>
                  </a:ext>
                </a:extLst>
              </p14:cNvPr>
              <p14:cNvContentPartPr/>
              <p14:nvPr/>
            </p14:nvContentPartPr>
            <p14:xfrm>
              <a:off x="13532880" y="7866960"/>
              <a:ext cx="15840" cy="12240"/>
            </p14:xfrm>
          </p:contentPart>
        </mc:Choice>
        <mc:Fallback>
          <p:pic>
            <p:nvPicPr>
              <p:cNvPr id="32" name="Ink 31">
                <a:extLst>
                  <a:ext uri="{FF2B5EF4-FFF2-40B4-BE49-F238E27FC236}">
                    <a16:creationId xmlns:a16="http://schemas.microsoft.com/office/drawing/2014/main" id="{4F35FD43-6192-4498-CFD9-4AA7D66588E2}"/>
                  </a:ext>
                </a:extLst>
              </p:cNvPr>
              <p:cNvPicPr/>
              <p:nvPr/>
            </p:nvPicPr>
            <p:blipFill>
              <a:blip r:embed="rId14"/>
              <a:stretch>
                <a:fillRect/>
              </a:stretch>
            </p:blipFill>
            <p:spPr>
              <a:xfrm>
                <a:off x="13479240" y="7759320"/>
                <a:ext cx="123480" cy="22788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33" name="Ink 32">
                <a:extLst>
                  <a:ext uri="{FF2B5EF4-FFF2-40B4-BE49-F238E27FC236}">
                    <a16:creationId xmlns:a16="http://schemas.microsoft.com/office/drawing/2014/main" id="{38E8A278-647D-A63D-3784-E925B29BBA0B}"/>
                  </a:ext>
                </a:extLst>
              </p14:cNvPr>
              <p14:cNvContentPartPr/>
              <p14:nvPr/>
            </p14:nvContentPartPr>
            <p14:xfrm>
              <a:off x="13517760" y="7863720"/>
              <a:ext cx="360" cy="360"/>
            </p14:xfrm>
          </p:contentPart>
        </mc:Choice>
        <mc:Fallback>
          <p:pic>
            <p:nvPicPr>
              <p:cNvPr id="33" name="Ink 32">
                <a:extLst>
                  <a:ext uri="{FF2B5EF4-FFF2-40B4-BE49-F238E27FC236}">
                    <a16:creationId xmlns:a16="http://schemas.microsoft.com/office/drawing/2014/main" id="{38E8A278-647D-A63D-3784-E925B29BBA0B}"/>
                  </a:ext>
                </a:extLst>
              </p:cNvPr>
              <p:cNvPicPr/>
              <p:nvPr/>
            </p:nvPicPr>
            <p:blipFill>
              <a:blip r:embed="rId4"/>
              <a:stretch>
                <a:fillRect/>
              </a:stretch>
            </p:blipFill>
            <p:spPr>
              <a:xfrm>
                <a:off x="13464120" y="775608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34" name="Ink 33">
                <a:extLst>
                  <a:ext uri="{FF2B5EF4-FFF2-40B4-BE49-F238E27FC236}">
                    <a16:creationId xmlns:a16="http://schemas.microsoft.com/office/drawing/2014/main" id="{530F5117-0E87-5623-0AB2-7131D0AC3CDA}"/>
                  </a:ext>
                </a:extLst>
              </p14:cNvPr>
              <p14:cNvContentPartPr/>
              <p14:nvPr/>
            </p14:nvContentPartPr>
            <p14:xfrm>
              <a:off x="13281960" y="7909440"/>
              <a:ext cx="83520" cy="44640"/>
            </p14:xfrm>
          </p:contentPart>
        </mc:Choice>
        <mc:Fallback>
          <p:pic>
            <p:nvPicPr>
              <p:cNvPr id="34" name="Ink 33">
                <a:extLst>
                  <a:ext uri="{FF2B5EF4-FFF2-40B4-BE49-F238E27FC236}">
                    <a16:creationId xmlns:a16="http://schemas.microsoft.com/office/drawing/2014/main" id="{530F5117-0E87-5623-0AB2-7131D0AC3CDA}"/>
                  </a:ext>
                </a:extLst>
              </p:cNvPr>
              <p:cNvPicPr/>
              <p:nvPr/>
            </p:nvPicPr>
            <p:blipFill>
              <a:blip r:embed="rId17"/>
              <a:stretch>
                <a:fillRect/>
              </a:stretch>
            </p:blipFill>
            <p:spPr>
              <a:xfrm>
                <a:off x="13228320" y="7801440"/>
                <a:ext cx="191160" cy="26028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35" name="Ink 34">
                <a:extLst>
                  <a:ext uri="{FF2B5EF4-FFF2-40B4-BE49-F238E27FC236}">
                    <a16:creationId xmlns:a16="http://schemas.microsoft.com/office/drawing/2014/main" id="{406464A8-18DD-BA0A-E8BA-8D2E159A28E9}"/>
                  </a:ext>
                </a:extLst>
              </p14:cNvPr>
              <p14:cNvContentPartPr/>
              <p14:nvPr/>
            </p14:nvContentPartPr>
            <p14:xfrm>
              <a:off x="13048320" y="8000880"/>
              <a:ext cx="28080" cy="360"/>
            </p14:xfrm>
          </p:contentPart>
        </mc:Choice>
        <mc:Fallback>
          <p:pic>
            <p:nvPicPr>
              <p:cNvPr id="35" name="Ink 34">
                <a:extLst>
                  <a:ext uri="{FF2B5EF4-FFF2-40B4-BE49-F238E27FC236}">
                    <a16:creationId xmlns:a16="http://schemas.microsoft.com/office/drawing/2014/main" id="{406464A8-18DD-BA0A-E8BA-8D2E159A28E9}"/>
                  </a:ext>
                </a:extLst>
              </p:cNvPr>
              <p:cNvPicPr/>
              <p:nvPr/>
            </p:nvPicPr>
            <p:blipFill>
              <a:blip r:embed="rId19"/>
              <a:stretch>
                <a:fillRect/>
              </a:stretch>
            </p:blipFill>
            <p:spPr>
              <a:xfrm>
                <a:off x="12994680" y="7893240"/>
                <a:ext cx="1357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36" name="Ink 35">
                <a:extLst>
                  <a:ext uri="{FF2B5EF4-FFF2-40B4-BE49-F238E27FC236}">
                    <a16:creationId xmlns:a16="http://schemas.microsoft.com/office/drawing/2014/main" id="{4449A069-ABB9-E16F-72A8-4F18154E90F0}"/>
                  </a:ext>
                </a:extLst>
              </p14:cNvPr>
              <p14:cNvContentPartPr/>
              <p14:nvPr/>
            </p14:nvContentPartPr>
            <p14:xfrm>
              <a:off x="12969120" y="8000880"/>
              <a:ext cx="15840" cy="360"/>
            </p14:xfrm>
          </p:contentPart>
        </mc:Choice>
        <mc:Fallback>
          <p:pic>
            <p:nvPicPr>
              <p:cNvPr id="36" name="Ink 35">
                <a:extLst>
                  <a:ext uri="{FF2B5EF4-FFF2-40B4-BE49-F238E27FC236}">
                    <a16:creationId xmlns:a16="http://schemas.microsoft.com/office/drawing/2014/main" id="{4449A069-ABB9-E16F-72A8-4F18154E90F0}"/>
                  </a:ext>
                </a:extLst>
              </p:cNvPr>
              <p:cNvPicPr/>
              <p:nvPr/>
            </p:nvPicPr>
            <p:blipFill>
              <a:blip r:embed="rId10"/>
              <a:stretch>
                <a:fillRect/>
              </a:stretch>
            </p:blipFill>
            <p:spPr>
              <a:xfrm>
                <a:off x="12915120" y="7893240"/>
                <a:ext cx="12348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37" name="Ink 36">
                <a:extLst>
                  <a:ext uri="{FF2B5EF4-FFF2-40B4-BE49-F238E27FC236}">
                    <a16:creationId xmlns:a16="http://schemas.microsoft.com/office/drawing/2014/main" id="{01462EDF-8CE7-7692-6E02-1A589A8BD08D}"/>
                  </a:ext>
                </a:extLst>
              </p14:cNvPr>
              <p14:cNvContentPartPr/>
              <p14:nvPr/>
            </p14:nvContentPartPr>
            <p14:xfrm>
              <a:off x="12984600" y="7964160"/>
              <a:ext cx="21600" cy="6480"/>
            </p14:xfrm>
          </p:contentPart>
        </mc:Choice>
        <mc:Fallback>
          <p:pic>
            <p:nvPicPr>
              <p:cNvPr id="37" name="Ink 36">
                <a:extLst>
                  <a:ext uri="{FF2B5EF4-FFF2-40B4-BE49-F238E27FC236}">
                    <a16:creationId xmlns:a16="http://schemas.microsoft.com/office/drawing/2014/main" id="{01462EDF-8CE7-7692-6E02-1A589A8BD08D}"/>
                  </a:ext>
                </a:extLst>
              </p:cNvPr>
              <p:cNvPicPr/>
              <p:nvPr/>
            </p:nvPicPr>
            <p:blipFill>
              <a:blip r:embed="rId22"/>
              <a:stretch>
                <a:fillRect/>
              </a:stretch>
            </p:blipFill>
            <p:spPr>
              <a:xfrm>
                <a:off x="12930600" y="7856520"/>
                <a:ext cx="129240" cy="22212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38" name="Ink 37">
                <a:extLst>
                  <a:ext uri="{FF2B5EF4-FFF2-40B4-BE49-F238E27FC236}">
                    <a16:creationId xmlns:a16="http://schemas.microsoft.com/office/drawing/2014/main" id="{CB9695EE-8423-9FBA-66B4-FF0B5F5FC501}"/>
                  </a:ext>
                </a:extLst>
              </p14:cNvPr>
              <p14:cNvContentPartPr/>
              <p14:nvPr/>
            </p14:nvContentPartPr>
            <p14:xfrm>
              <a:off x="13076040" y="7954800"/>
              <a:ext cx="15480" cy="360"/>
            </p14:xfrm>
          </p:contentPart>
        </mc:Choice>
        <mc:Fallback>
          <p:pic>
            <p:nvPicPr>
              <p:cNvPr id="38" name="Ink 37">
                <a:extLst>
                  <a:ext uri="{FF2B5EF4-FFF2-40B4-BE49-F238E27FC236}">
                    <a16:creationId xmlns:a16="http://schemas.microsoft.com/office/drawing/2014/main" id="{CB9695EE-8423-9FBA-66B4-FF0B5F5FC501}"/>
                  </a:ext>
                </a:extLst>
              </p:cNvPr>
              <p:cNvPicPr/>
              <p:nvPr/>
            </p:nvPicPr>
            <p:blipFill>
              <a:blip r:embed="rId10"/>
              <a:stretch>
                <a:fillRect/>
              </a:stretch>
            </p:blipFill>
            <p:spPr>
              <a:xfrm>
                <a:off x="13022040" y="7847160"/>
                <a:ext cx="1231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39" name="Ink 38">
                <a:extLst>
                  <a:ext uri="{FF2B5EF4-FFF2-40B4-BE49-F238E27FC236}">
                    <a16:creationId xmlns:a16="http://schemas.microsoft.com/office/drawing/2014/main" id="{3BBBA18D-0B65-9094-4661-3313A3995A8E}"/>
                  </a:ext>
                </a:extLst>
              </p14:cNvPr>
              <p14:cNvContentPartPr/>
              <p14:nvPr/>
            </p14:nvContentPartPr>
            <p14:xfrm>
              <a:off x="13395720" y="7954800"/>
              <a:ext cx="103680" cy="360"/>
            </p14:xfrm>
          </p:contentPart>
        </mc:Choice>
        <mc:Fallback>
          <p:pic>
            <p:nvPicPr>
              <p:cNvPr id="39" name="Ink 38">
                <a:extLst>
                  <a:ext uri="{FF2B5EF4-FFF2-40B4-BE49-F238E27FC236}">
                    <a16:creationId xmlns:a16="http://schemas.microsoft.com/office/drawing/2014/main" id="{3BBBA18D-0B65-9094-4661-3313A3995A8E}"/>
                  </a:ext>
                </a:extLst>
              </p:cNvPr>
              <p:cNvPicPr/>
              <p:nvPr/>
            </p:nvPicPr>
            <p:blipFill>
              <a:blip r:embed="rId25"/>
              <a:stretch>
                <a:fillRect/>
              </a:stretch>
            </p:blipFill>
            <p:spPr>
              <a:xfrm>
                <a:off x="13341720" y="7847160"/>
                <a:ext cx="2113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40" name="Ink 39">
                <a:extLst>
                  <a:ext uri="{FF2B5EF4-FFF2-40B4-BE49-F238E27FC236}">
                    <a16:creationId xmlns:a16="http://schemas.microsoft.com/office/drawing/2014/main" id="{DF0574D0-FF2B-BFFF-50BC-4CD443EF3312}"/>
                  </a:ext>
                </a:extLst>
              </p14:cNvPr>
              <p14:cNvContentPartPr/>
              <p14:nvPr/>
            </p14:nvContentPartPr>
            <p14:xfrm>
              <a:off x="13639440" y="7954800"/>
              <a:ext cx="112680" cy="30240"/>
            </p14:xfrm>
          </p:contentPart>
        </mc:Choice>
        <mc:Fallback>
          <p:pic>
            <p:nvPicPr>
              <p:cNvPr id="40" name="Ink 39">
                <a:extLst>
                  <a:ext uri="{FF2B5EF4-FFF2-40B4-BE49-F238E27FC236}">
                    <a16:creationId xmlns:a16="http://schemas.microsoft.com/office/drawing/2014/main" id="{DF0574D0-FF2B-BFFF-50BC-4CD443EF3312}"/>
                  </a:ext>
                </a:extLst>
              </p:cNvPr>
              <p:cNvPicPr/>
              <p:nvPr/>
            </p:nvPicPr>
            <p:blipFill>
              <a:blip r:embed="rId27"/>
              <a:stretch>
                <a:fillRect/>
              </a:stretch>
            </p:blipFill>
            <p:spPr>
              <a:xfrm>
                <a:off x="13585440" y="7847160"/>
                <a:ext cx="220320" cy="24588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41" name="Ink 40">
                <a:extLst>
                  <a:ext uri="{FF2B5EF4-FFF2-40B4-BE49-F238E27FC236}">
                    <a16:creationId xmlns:a16="http://schemas.microsoft.com/office/drawing/2014/main" id="{7715E3F4-FB72-7F9D-06B2-FCFFC3BE695B}"/>
                  </a:ext>
                </a:extLst>
              </p14:cNvPr>
              <p14:cNvContentPartPr/>
              <p14:nvPr/>
            </p14:nvContentPartPr>
            <p14:xfrm>
              <a:off x="13883520" y="8000880"/>
              <a:ext cx="62640" cy="12240"/>
            </p14:xfrm>
          </p:contentPart>
        </mc:Choice>
        <mc:Fallback>
          <p:pic>
            <p:nvPicPr>
              <p:cNvPr id="41" name="Ink 40">
                <a:extLst>
                  <a:ext uri="{FF2B5EF4-FFF2-40B4-BE49-F238E27FC236}">
                    <a16:creationId xmlns:a16="http://schemas.microsoft.com/office/drawing/2014/main" id="{7715E3F4-FB72-7F9D-06B2-FCFFC3BE695B}"/>
                  </a:ext>
                </a:extLst>
              </p:cNvPr>
              <p:cNvPicPr/>
              <p:nvPr/>
            </p:nvPicPr>
            <p:blipFill>
              <a:blip r:embed="rId29"/>
              <a:stretch>
                <a:fillRect/>
              </a:stretch>
            </p:blipFill>
            <p:spPr>
              <a:xfrm>
                <a:off x="13829880" y="7893240"/>
                <a:ext cx="170280" cy="22788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42" name="Ink 41">
                <a:extLst>
                  <a:ext uri="{FF2B5EF4-FFF2-40B4-BE49-F238E27FC236}">
                    <a16:creationId xmlns:a16="http://schemas.microsoft.com/office/drawing/2014/main" id="{22B20DEE-CA15-5627-F4D3-76208DE8AE0F}"/>
                  </a:ext>
                </a:extLst>
              </p14:cNvPr>
              <p14:cNvContentPartPr/>
              <p14:nvPr/>
            </p14:nvContentPartPr>
            <p14:xfrm>
              <a:off x="13974960" y="8016000"/>
              <a:ext cx="15840" cy="360"/>
            </p14:xfrm>
          </p:contentPart>
        </mc:Choice>
        <mc:Fallback>
          <p:pic>
            <p:nvPicPr>
              <p:cNvPr id="42" name="Ink 41">
                <a:extLst>
                  <a:ext uri="{FF2B5EF4-FFF2-40B4-BE49-F238E27FC236}">
                    <a16:creationId xmlns:a16="http://schemas.microsoft.com/office/drawing/2014/main" id="{22B20DEE-CA15-5627-F4D3-76208DE8AE0F}"/>
                  </a:ext>
                </a:extLst>
              </p:cNvPr>
              <p:cNvPicPr/>
              <p:nvPr/>
            </p:nvPicPr>
            <p:blipFill>
              <a:blip r:embed="rId10"/>
              <a:stretch>
                <a:fillRect/>
              </a:stretch>
            </p:blipFill>
            <p:spPr>
              <a:xfrm>
                <a:off x="13920960" y="7908000"/>
                <a:ext cx="12348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43" name="Ink 42">
                <a:extLst>
                  <a:ext uri="{FF2B5EF4-FFF2-40B4-BE49-F238E27FC236}">
                    <a16:creationId xmlns:a16="http://schemas.microsoft.com/office/drawing/2014/main" id="{3B6988FF-A422-1F3B-3785-C5798B0CAF42}"/>
                  </a:ext>
                </a:extLst>
              </p14:cNvPr>
              <p14:cNvContentPartPr/>
              <p14:nvPr/>
            </p14:nvContentPartPr>
            <p14:xfrm>
              <a:off x="13645920" y="8016000"/>
              <a:ext cx="115920" cy="360"/>
            </p14:xfrm>
          </p:contentPart>
        </mc:Choice>
        <mc:Fallback>
          <p:pic>
            <p:nvPicPr>
              <p:cNvPr id="43" name="Ink 42">
                <a:extLst>
                  <a:ext uri="{FF2B5EF4-FFF2-40B4-BE49-F238E27FC236}">
                    <a16:creationId xmlns:a16="http://schemas.microsoft.com/office/drawing/2014/main" id="{3B6988FF-A422-1F3B-3785-C5798B0CAF42}"/>
                  </a:ext>
                </a:extLst>
              </p:cNvPr>
              <p:cNvPicPr/>
              <p:nvPr/>
            </p:nvPicPr>
            <p:blipFill>
              <a:blip r:embed="rId32"/>
              <a:stretch>
                <a:fillRect/>
              </a:stretch>
            </p:blipFill>
            <p:spPr>
              <a:xfrm>
                <a:off x="13591920" y="7908000"/>
                <a:ext cx="2235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44" name="Ink 43">
                <a:extLst>
                  <a:ext uri="{FF2B5EF4-FFF2-40B4-BE49-F238E27FC236}">
                    <a16:creationId xmlns:a16="http://schemas.microsoft.com/office/drawing/2014/main" id="{4CF89C89-7662-5CA3-E394-4C466E898BF8}"/>
                  </a:ext>
                </a:extLst>
              </p14:cNvPr>
              <p14:cNvContentPartPr/>
              <p14:nvPr/>
            </p14:nvContentPartPr>
            <p14:xfrm>
              <a:off x="13275120" y="8000880"/>
              <a:ext cx="167040" cy="360"/>
            </p14:xfrm>
          </p:contentPart>
        </mc:Choice>
        <mc:Fallback>
          <p:pic>
            <p:nvPicPr>
              <p:cNvPr id="44" name="Ink 43">
                <a:extLst>
                  <a:ext uri="{FF2B5EF4-FFF2-40B4-BE49-F238E27FC236}">
                    <a16:creationId xmlns:a16="http://schemas.microsoft.com/office/drawing/2014/main" id="{4CF89C89-7662-5CA3-E394-4C466E898BF8}"/>
                  </a:ext>
                </a:extLst>
              </p:cNvPr>
              <p:cNvPicPr/>
              <p:nvPr/>
            </p:nvPicPr>
            <p:blipFill>
              <a:blip r:embed="rId34"/>
              <a:stretch>
                <a:fillRect/>
              </a:stretch>
            </p:blipFill>
            <p:spPr>
              <a:xfrm>
                <a:off x="13221480" y="7893240"/>
                <a:ext cx="27468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45" name="Ink 44">
                <a:extLst>
                  <a:ext uri="{FF2B5EF4-FFF2-40B4-BE49-F238E27FC236}">
                    <a16:creationId xmlns:a16="http://schemas.microsoft.com/office/drawing/2014/main" id="{5920593C-F355-37FC-49A3-497A6EF9B665}"/>
                  </a:ext>
                </a:extLst>
              </p14:cNvPr>
              <p14:cNvContentPartPr/>
              <p14:nvPr/>
            </p14:nvContentPartPr>
            <p14:xfrm>
              <a:off x="13080360" y="8000880"/>
              <a:ext cx="41760" cy="360"/>
            </p14:xfrm>
          </p:contentPart>
        </mc:Choice>
        <mc:Fallback>
          <p:pic>
            <p:nvPicPr>
              <p:cNvPr id="45" name="Ink 44">
                <a:extLst>
                  <a:ext uri="{FF2B5EF4-FFF2-40B4-BE49-F238E27FC236}">
                    <a16:creationId xmlns:a16="http://schemas.microsoft.com/office/drawing/2014/main" id="{5920593C-F355-37FC-49A3-497A6EF9B665}"/>
                  </a:ext>
                </a:extLst>
              </p:cNvPr>
              <p:cNvPicPr/>
              <p:nvPr/>
            </p:nvPicPr>
            <p:blipFill>
              <a:blip r:embed="rId36"/>
              <a:stretch>
                <a:fillRect/>
              </a:stretch>
            </p:blipFill>
            <p:spPr>
              <a:xfrm>
                <a:off x="13026360" y="7893240"/>
                <a:ext cx="1494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46" name="Ink 45">
                <a:extLst>
                  <a:ext uri="{FF2B5EF4-FFF2-40B4-BE49-F238E27FC236}">
                    <a16:creationId xmlns:a16="http://schemas.microsoft.com/office/drawing/2014/main" id="{86A1C9C5-D43A-1776-C727-9390FD18A856}"/>
                  </a:ext>
                </a:extLst>
              </p14:cNvPr>
              <p14:cNvContentPartPr/>
              <p14:nvPr/>
            </p14:nvContentPartPr>
            <p14:xfrm>
              <a:off x="13029960" y="8000880"/>
              <a:ext cx="360" cy="360"/>
            </p14:xfrm>
          </p:contentPart>
        </mc:Choice>
        <mc:Fallback>
          <p:pic>
            <p:nvPicPr>
              <p:cNvPr id="46" name="Ink 45">
                <a:extLst>
                  <a:ext uri="{FF2B5EF4-FFF2-40B4-BE49-F238E27FC236}">
                    <a16:creationId xmlns:a16="http://schemas.microsoft.com/office/drawing/2014/main" id="{86A1C9C5-D43A-1776-C727-9390FD18A856}"/>
                  </a:ext>
                </a:extLst>
              </p:cNvPr>
              <p:cNvPicPr/>
              <p:nvPr/>
            </p:nvPicPr>
            <p:blipFill>
              <a:blip r:embed="rId4"/>
              <a:stretch>
                <a:fillRect/>
              </a:stretch>
            </p:blipFill>
            <p:spPr>
              <a:xfrm>
                <a:off x="12975960" y="789324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47" name="Ink 46">
                <a:extLst>
                  <a:ext uri="{FF2B5EF4-FFF2-40B4-BE49-F238E27FC236}">
                    <a16:creationId xmlns:a16="http://schemas.microsoft.com/office/drawing/2014/main" id="{9966708F-2DB0-965B-71D7-6ED11C0E2F47}"/>
                  </a:ext>
                </a:extLst>
              </p14:cNvPr>
              <p14:cNvContentPartPr/>
              <p14:nvPr/>
            </p14:nvContentPartPr>
            <p14:xfrm>
              <a:off x="13182600" y="8000880"/>
              <a:ext cx="413280" cy="360"/>
            </p14:xfrm>
          </p:contentPart>
        </mc:Choice>
        <mc:Fallback>
          <p:pic>
            <p:nvPicPr>
              <p:cNvPr id="47" name="Ink 46">
                <a:extLst>
                  <a:ext uri="{FF2B5EF4-FFF2-40B4-BE49-F238E27FC236}">
                    <a16:creationId xmlns:a16="http://schemas.microsoft.com/office/drawing/2014/main" id="{9966708F-2DB0-965B-71D7-6ED11C0E2F47}"/>
                  </a:ext>
                </a:extLst>
              </p:cNvPr>
              <p:cNvPicPr/>
              <p:nvPr/>
            </p:nvPicPr>
            <p:blipFill>
              <a:blip r:embed="rId39"/>
              <a:stretch>
                <a:fillRect/>
              </a:stretch>
            </p:blipFill>
            <p:spPr>
              <a:xfrm>
                <a:off x="13128600" y="7893240"/>
                <a:ext cx="5209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48" name="Ink 47">
                <a:extLst>
                  <a:ext uri="{FF2B5EF4-FFF2-40B4-BE49-F238E27FC236}">
                    <a16:creationId xmlns:a16="http://schemas.microsoft.com/office/drawing/2014/main" id="{BB3F9D1D-4087-404A-3275-C1EBBFEA3886}"/>
                  </a:ext>
                </a:extLst>
              </p14:cNvPr>
              <p14:cNvContentPartPr/>
              <p14:nvPr/>
            </p14:nvContentPartPr>
            <p14:xfrm>
              <a:off x="13688400" y="8000880"/>
              <a:ext cx="27720" cy="360"/>
            </p14:xfrm>
          </p:contentPart>
        </mc:Choice>
        <mc:Fallback>
          <p:pic>
            <p:nvPicPr>
              <p:cNvPr id="48" name="Ink 47">
                <a:extLst>
                  <a:ext uri="{FF2B5EF4-FFF2-40B4-BE49-F238E27FC236}">
                    <a16:creationId xmlns:a16="http://schemas.microsoft.com/office/drawing/2014/main" id="{BB3F9D1D-4087-404A-3275-C1EBBFEA3886}"/>
                  </a:ext>
                </a:extLst>
              </p:cNvPr>
              <p:cNvPicPr/>
              <p:nvPr/>
            </p:nvPicPr>
            <p:blipFill>
              <a:blip r:embed="rId19"/>
              <a:stretch>
                <a:fillRect/>
              </a:stretch>
            </p:blipFill>
            <p:spPr>
              <a:xfrm>
                <a:off x="13634760" y="7893240"/>
                <a:ext cx="1353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49" name="Ink 48">
                <a:extLst>
                  <a:ext uri="{FF2B5EF4-FFF2-40B4-BE49-F238E27FC236}">
                    <a16:creationId xmlns:a16="http://schemas.microsoft.com/office/drawing/2014/main" id="{59534045-C634-3544-4A02-C05C503BB27A}"/>
                  </a:ext>
                </a:extLst>
              </p14:cNvPr>
              <p14:cNvContentPartPr/>
              <p14:nvPr/>
            </p14:nvContentPartPr>
            <p14:xfrm>
              <a:off x="13316880" y="7960920"/>
              <a:ext cx="155160" cy="9720"/>
            </p14:xfrm>
          </p:contentPart>
        </mc:Choice>
        <mc:Fallback>
          <p:pic>
            <p:nvPicPr>
              <p:cNvPr id="49" name="Ink 48">
                <a:extLst>
                  <a:ext uri="{FF2B5EF4-FFF2-40B4-BE49-F238E27FC236}">
                    <a16:creationId xmlns:a16="http://schemas.microsoft.com/office/drawing/2014/main" id="{59534045-C634-3544-4A02-C05C503BB27A}"/>
                  </a:ext>
                </a:extLst>
              </p:cNvPr>
              <p:cNvPicPr/>
              <p:nvPr/>
            </p:nvPicPr>
            <p:blipFill>
              <a:blip r:embed="rId42"/>
              <a:stretch>
                <a:fillRect/>
              </a:stretch>
            </p:blipFill>
            <p:spPr>
              <a:xfrm>
                <a:off x="13262880" y="7852920"/>
                <a:ext cx="262800" cy="22536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50" name="Ink 49">
                <a:extLst>
                  <a:ext uri="{FF2B5EF4-FFF2-40B4-BE49-F238E27FC236}">
                    <a16:creationId xmlns:a16="http://schemas.microsoft.com/office/drawing/2014/main" id="{1136FE91-476A-4E77-8D80-533649B451D6}"/>
                  </a:ext>
                </a:extLst>
              </p14:cNvPr>
              <p14:cNvContentPartPr/>
              <p14:nvPr/>
            </p14:nvContentPartPr>
            <p14:xfrm>
              <a:off x="13136520" y="7894320"/>
              <a:ext cx="360" cy="360"/>
            </p14:xfrm>
          </p:contentPart>
        </mc:Choice>
        <mc:Fallback>
          <p:pic>
            <p:nvPicPr>
              <p:cNvPr id="50" name="Ink 49">
                <a:extLst>
                  <a:ext uri="{FF2B5EF4-FFF2-40B4-BE49-F238E27FC236}">
                    <a16:creationId xmlns:a16="http://schemas.microsoft.com/office/drawing/2014/main" id="{1136FE91-476A-4E77-8D80-533649B451D6}"/>
                  </a:ext>
                </a:extLst>
              </p:cNvPr>
              <p:cNvPicPr/>
              <p:nvPr/>
            </p:nvPicPr>
            <p:blipFill>
              <a:blip r:embed="rId4"/>
              <a:stretch>
                <a:fillRect/>
              </a:stretch>
            </p:blipFill>
            <p:spPr>
              <a:xfrm>
                <a:off x="13082520" y="778668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51" name="Ink 50">
                <a:extLst>
                  <a:ext uri="{FF2B5EF4-FFF2-40B4-BE49-F238E27FC236}">
                    <a16:creationId xmlns:a16="http://schemas.microsoft.com/office/drawing/2014/main" id="{13F36F3A-AA80-6ACC-D10D-36F67F37DA37}"/>
                  </a:ext>
                </a:extLst>
              </p14:cNvPr>
              <p14:cNvContentPartPr/>
              <p14:nvPr/>
            </p14:nvContentPartPr>
            <p14:xfrm>
              <a:off x="13365120" y="7863720"/>
              <a:ext cx="219240" cy="360"/>
            </p14:xfrm>
          </p:contentPart>
        </mc:Choice>
        <mc:Fallback>
          <p:pic>
            <p:nvPicPr>
              <p:cNvPr id="51" name="Ink 50">
                <a:extLst>
                  <a:ext uri="{FF2B5EF4-FFF2-40B4-BE49-F238E27FC236}">
                    <a16:creationId xmlns:a16="http://schemas.microsoft.com/office/drawing/2014/main" id="{13F36F3A-AA80-6ACC-D10D-36F67F37DA37}"/>
                  </a:ext>
                </a:extLst>
              </p:cNvPr>
              <p:cNvPicPr/>
              <p:nvPr/>
            </p:nvPicPr>
            <p:blipFill>
              <a:blip r:embed="rId45"/>
              <a:stretch>
                <a:fillRect/>
              </a:stretch>
            </p:blipFill>
            <p:spPr>
              <a:xfrm>
                <a:off x="13311480" y="7756080"/>
                <a:ext cx="32688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52" name="Ink 51">
                <a:extLst>
                  <a:ext uri="{FF2B5EF4-FFF2-40B4-BE49-F238E27FC236}">
                    <a16:creationId xmlns:a16="http://schemas.microsoft.com/office/drawing/2014/main" id="{41A3917A-BFF2-519E-FEF4-9B2BE5DE93A3}"/>
                  </a:ext>
                </a:extLst>
              </p14:cNvPr>
              <p14:cNvContentPartPr/>
              <p14:nvPr/>
            </p14:nvContentPartPr>
            <p14:xfrm>
              <a:off x="13914120" y="7878840"/>
              <a:ext cx="27720" cy="360"/>
            </p14:xfrm>
          </p:contentPart>
        </mc:Choice>
        <mc:Fallback>
          <p:pic>
            <p:nvPicPr>
              <p:cNvPr id="52" name="Ink 51">
                <a:extLst>
                  <a:ext uri="{FF2B5EF4-FFF2-40B4-BE49-F238E27FC236}">
                    <a16:creationId xmlns:a16="http://schemas.microsoft.com/office/drawing/2014/main" id="{41A3917A-BFF2-519E-FEF4-9B2BE5DE93A3}"/>
                  </a:ext>
                </a:extLst>
              </p:cNvPr>
              <p:cNvPicPr/>
              <p:nvPr/>
            </p:nvPicPr>
            <p:blipFill>
              <a:blip r:embed="rId19"/>
              <a:stretch>
                <a:fillRect/>
              </a:stretch>
            </p:blipFill>
            <p:spPr>
              <a:xfrm>
                <a:off x="13860120" y="7770840"/>
                <a:ext cx="1353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53" name="Ink 52">
                <a:extLst>
                  <a:ext uri="{FF2B5EF4-FFF2-40B4-BE49-F238E27FC236}">
                    <a16:creationId xmlns:a16="http://schemas.microsoft.com/office/drawing/2014/main" id="{68BB4DDA-2E8C-5D47-8DB7-C5A3F00008B8}"/>
                  </a:ext>
                </a:extLst>
              </p14:cNvPr>
              <p14:cNvContentPartPr/>
              <p14:nvPr/>
            </p14:nvContentPartPr>
            <p14:xfrm>
              <a:off x="13450800" y="7878840"/>
              <a:ext cx="372240" cy="24840"/>
            </p14:xfrm>
          </p:contentPart>
        </mc:Choice>
        <mc:Fallback>
          <p:pic>
            <p:nvPicPr>
              <p:cNvPr id="53" name="Ink 52">
                <a:extLst>
                  <a:ext uri="{FF2B5EF4-FFF2-40B4-BE49-F238E27FC236}">
                    <a16:creationId xmlns:a16="http://schemas.microsoft.com/office/drawing/2014/main" id="{68BB4DDA-2E8C-5D47-8DB7-C5A3F00008B8}"/>
                  </a:ext>
                </a:extLst>
              </p:cNvPr>
              <p:cNvPicPr/>
              <p:nvPr/>
            </p:nvPicPr>
            <p:blipFill>
              <a:blip r:embed="rId48"/>
              <a:stretch>
                <a:fillRect/>
              </a:stretch>
            </p:blipFill>
            <p:spPr>
              <a:xfrm>
                <a:off x="13396800" y="7770840"/>
                <a:ext cx="479880" cy="24048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54" name="Ink 53">
                <a:extLst>
                  <a:ext uri="{FF2B5EF4-FFF2-40B4-BE49-F238E27FC236}">
                    <a16:creationId xmlns:a16="http://schemas.microsoft.com/office/drawing/2014/main" id="{9F31EF56-2A6E-D764-DB7D-C69CA622DE02}"/>
                  </a:ext>
                </a:extLst>
              </p14:cNvPr>
              <p14:cNvContentPartPr/>
              <p14:nvPr/>
            </p14:nvContentPartPr>
            <p14:xfrm>
              <a:off x="13273680" y="7909440"/>
              <a:ext cx="27720" cy="360"/>
            </p14:xfrm>
          </p:contentPart>
        </mc:Choice>
        <mc:Fallback>
          <p:pic>
            <p:nvPicPr>
              <p:cNvPr id="54" name="Ink 53">
                <a:extLst>
                  <a:ext uri="{FF2B5EF4-FFF2-40B4-BE49-F238E27FC236}">
                    <a16:creationId xmlns:a16="http://schemas.microsoft.com/office/drawing/2014/main" id="{9F31EF56-2A6E-D764-DB7D-C69CA622DE02}"/>
                  </a:ext>
                </a:extLst>
              </p:cNvPr>
              <p:cNvPicPr/>
              <p:nvPr/>
            </p:nvPicPr>
            <p:blipFill>
              <a:blip r:embed="rId19"/>
              <a:stretch>
                <a:fillRect/>
              </a:stretch>
            </p:blipFill>
            <p:spPr>
              <a:xfrm>
                <a:off x="13219680" y="7801440"/>
                <a:ext cx="1353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55" name="Ink 54">
                <a:extLst>
                  <a:ext uri="{FF2B5EF4-FFF2-40B4-BE49-F238E27FC236}">
                    <a16:creationId xmlns:a16="http://schemas.microsoft.com/office/drawing/2014/main" id="{3DE8C312-7F5E-5851-3545-5C5FBB9F9317}"/>
                  </a:ext>
                </a:extLst>
              </p14:cNvPr>
              <p14:cNvContentPartPr/>
              <p14:nvPr/>
            </p14:nvContentPartPr>
            <p14:xfrm>
              <a:off x="13563480" y="7908360"/>
              <a:ext cx="379440" cy="30960"/>
            </p14:xfrm>
          </p:contentPart>
        </mc:Choice>
        <mc:Fallback>
          <p:pic>
            <p:nvPicPr>
              <p:cNvPr id="55" name="Ink 54">
                <a:extLst>
                  <a:ext uri="{FF2B5EF4-FFF2-40B4-BE49-F238E27FC236}">
                    <a16:creationId xmlns:a16="http://schemas.microsoft.com/office/drawing/2014/main" id="{3DE8C312-7F5E-5851-3545-5C5FBB9F9317}"/>
                  </a:ext>
                </a:extLst>
              </p:cNvPr>
              <p:cNvPicPr/>
              <p:nvPr/>
            </p:nvPicPr>
            <p:blipFill>
              <a:blip r:embed="rId51"/>
              <a:stretch>
                <a:fillRect/>
              </a:stretch>
            </p:blipFill>
            <p:spPr>
              <a:xfrm>
                <a:off x="13509480" y="7800360"/>
                <a:ext cx="487080" cy="24660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57" name="Ink 56">
                <a:extLst>
                  <a:ext uri="{FF2B5EF4-FFF2-40B4-BE49-F238E27FC236}">
                    <a16:creationId xmlns:a16="http://schemas.microsoft.com/office/drawing/2014/main" id="{5364B911-479E-BD37-110F-3BA8102E7971}"/>
                  </a:ext>
                </a:extLst>
              </p14:cNvPr>
              <p14:cNvContentPartPr/>
              <p14:nvPr/>
            </p14:nvContentPartPr>
            <p14:xfrm rot="-145200">
              <a:off x="12528051" y="7847021"/>
              <a:ext cx="1781778" cy="155438"/>
            </p14:xfrm>
          </p:contentPart>
        </mc:Choice>
        <mc:Fallback>
          <p:pic>
            <p:nvPicPr>
              <p:cNvPr id="57" name="Ink 56">
                <a:extLst>
                  <a:ext uri="{FF2B5EF4-FFF2-40B4-BE49-F238E27FC236}">
                    <a16:creationId xmlns:a16="http://schemas.microsoft.com/office/drawing/2014/main" id="{5364B911-479E-BD37-110F-3BA8102E7971}"/>
                  </a:ext>
                </a:extLst>
              </p:cNvPr>
              <p:cNvPicPr/>
              <p:nvPr/>
            </p:nvPicPr>
            <p:blipFill>
              <a:blip r:embed="rId53"/>
              <a:stretch>
                <a:fillRect/>
              </a:stretch>
            </p:blipFill>
            <p:spPr>
              <a:xfrm rot="-145200">
                <a:off x="12474047" y="7738827"/>
                <a:ext cx="1889426" cy="371464"/>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58" name="Ink 57">
                <a:extLst>
                  <a:ext uri="{FF2B5EF4-FFF2-40B4-BE49-F238E27FC236}">
                    <a16:creationId xmlns:a16="http://schemas.microsoft.com/office/drawing/2014/main" id="{D498E19A-0C8A-898F-871F-7FDB0D6EB1C0}"/>
                  </a:ext>
                </a:extLst>
              </p14:cNvPr>
              <p14:cNvContentPartPr/>
              <p14:nvPr/>
            </p14:nvContentPartPr>
            <p14:xfrm>
              <a:off x="14532960" y="8031480"/>
              <a:ext cx="6480" cy="360"/>
            </p14:xfrm>
          </p:contentPart>
        </mc:Choice>
        <mc:Fallback>
          <p:pic>
            <p:nvPicPr>
              <p:cNvPr id="58" name="Ink 57">
                <a:extLst>
                  <a:ext uri="{FF2B5EF4-FFF2-40B4-BE49-F238E27FC236}">
                    <a16:creationId xmlns:a16="http://schemas.microsoft.com/office/drawing/2014/main" id="{D498E19A-0C8A-898F-871F-7FDB0D6EB1C0}"/>
                  </a:ext>
                </a:extLst>
              </p:cNvPr>
              <p:cNvPicPr/>
              <p:nvPr/>
            </p:nvPicPr>
            <p:blipFill>
              <a:blip r:embed="rId55"/>
              <a:stretch>
                <a:fillRect/>
              </a:stretch>
            </p:blipFill>
            <p:spPr>
              <a:xfrm>
                <a:off x="14478960" y="7923480"/>
                <a:ext cx="1141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59" name="Ink 58">
                <a:extLst>
                  <a:ext uri="{FF2B5EF4-FFF2-40B4-BE49-F238E27FC236}">
                    <a16:creationId xmlns:a16="http://schemas.microsoft.com/office/drawing/2014/main" id="{A76D977A-9045-C0FA-60B6-73A6BA039DB5}"/>
                  </a:ext>
                </a:extLst>
              </p14:cNvPr>
              <p14:cNvContentPartPr/>
              <p14:nvPr/>
            </p14:nvContentPartPr>
            <p14:xfrm>
              <a:off x="14252160" y="8031480"/>
              <a:ext cx="104040" cy="360"/>
            </p14:xfrm>
          </p:contentPart>
        </mc:Choice>
        <mc:Fallback>
          <p:pic>
            <p:nvPicPr>
              <p:cNvPr id="59" name="Ink 58">
                <a:extLst>
                  <a:ext uri="{FF2B5EF4-FFF2-40B4-BE49-F238E27FC236}">
                    <a16:creationId xmlns:a16="http://schemas.microsoft.com/office/drawing/2014/main" id="{A76D977A-9045-C0FA-60B6-73A6BA039DB5}"/>
                  </a:ext>
                </a:extLst>
              </p:cNvPr>
              <p:cNvPicPr/>
              <p:nvPr/>
            </p:nvPicPr>
            <p:blipFill>
              <a:blip r:embed="rId25"/>
              <a:stretch>
                <a:fillRect/>
              </a:stretch>
            </p:blipFill>
            <p:spPr>
              <a:xfrm>
                <a:off x="14198520" y="7923480"/>
                <a:ext cx="21168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60" name="Ink 59">
                <a:extLst>
                  <a:ext uri="{FF2B5EF4-FFF2-40B4-BE49-F238E27FC236}">
                    <a16:creationId xmlns:a16="http://schemas.microsoft.com/office/drawing/2014/main" id="{1E542ECC-9629-794E-F5B5-C7D024A3A480}"/>
                  </a:ext>
                </a:extLst>
              </p14:cNvPr>
              <p14:cNvContentPartPr/>
              <p14:nvPr/>
            </p14:nvContentPartPr>
            <p14:xfrm>
              <a:off x="14157840" y="8031480"/>
              <a:ext cx="360" cy="360"/>
            </p14:xfrm>
          </p:contentPart>
        </mc:Choice>
        <mc:Fallback>
          <p:pic>
            <p:nvPicPr>
              <p:cNvPr id="60" name="Ink 59">
                <a:extLst>
                  <a:ext uri="{FF2B5EF4-FFF2-40B4-BE49-F238E27FC236}">
                    <a16:creationId xmlns:a16="http://schemas.microsoft.com/office/drawing/2014/main" id="{1E542ECC-9629-794E-F5B5-C7D024A3A480}"/>
                  </a:ext>
                </a:extLst>
              </p:cNvPr>
              <p:cNvPicPr/>
              <p:nvPr/>
            </p:nvPicPr>
            <p:blipFill>
              <a:blip r:embed="rId4"/>
              <a:stretch>
                <a:fillRect/>
              </a:stretch>
            </p:blipFill>
            <p:spPr>
              <a:xfrm>
                <a:off x="14103840" y="792348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61" name="Ink 60">
                <a:extLst>
                  <a:ext uri="{FF2B5EF4-FFF2-40B4-BE49-F238E27FC236}">
                    <a16:creationId xmlns:a16="http://schemas.microsoft.com/office/drawing/2014/main" id="{BD4F2BA3-C9AA-B37D-8D04-86D399784E4D}"/>
                  </a:ext>
                </a:extLst>
              </p14:cNvPr>
              <p14:cNvContentPartPr/>
              <p14:nvPr/>
            </p14:nvContentPartPr>
            <p14:xfrm>
              <a:off x="14279880" y="7958400"/>
              <a:ext cx="160200" cy="27360"/>
            </p14:xfrm>
          </p:contentPart>
        </mc:Choice>
        <mc:Fallback>
          <p:pic>
            <p:nvPicPr>
              <p:cNvPr id="61" name="Ink 60">
                <a:extLst>
                  <a:ext uri="{FF2B5EF4-FFF2-40B4-BE49-F238E27FC236}">
                    <a16:creationId xmlns:a16="http://schemas.microsoft.com/office/drawing/2014/main" id="{BD4F2BA3-C9AA-B37D-8D04-86D399784E4D}"/>
                  </a:ext>
                </a:extLst>
              </p:cNvPr>
              <p:cNvPicPr/>
              <p:nvPr/>
            </p:nvPicPr>
            <p:blipFill>
              <a:blip r:embed="rId59"/>
              <a:stretch>
                <a:fillRect/>
              </a:stretch>
            </p:blipFill>
            <p:spPr>
              <a:xfrm>
                <a:off x="14225880" y="7850760"/>
                <a:ext cx="267840" cy="24300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62" name="Ink 61">
                <a:extLst>
                  <a:ext uri="{FF2B5EF4-FFF2-40B4-BE49-F238E27FC236}">
                    <a16:creationId xmlns:a16="http://schemas.microsoft.com/office/drawing/2014/main" id="{1FA5847A-75B3-92CE-89D8-624F4A9704BA}"/>
                  </a:ext>
                </a:extLst>
              </p14:cNvPr>
              <p14:cNvContentPartPr/>
              <p14:nvPr/>
            </p14:nvContentPartPr>
            <p14:xfrm>
              <a:off x="14334600" y="7915560"/>
              <a:ext cx="6480" cy="9720"/>
            </p14:xfrm>
          </p:contentPart>
        </mc:Choice>
        <mc:Fallback>
          <p:pic>
            <p:nvPicPr>
              <p:cNvPr id="62" name="Ink 61">
                <a:extLst>
                  <a:ext uri="{FF2B5EF4-FFF2-40B4-BE49-F238E27FC236}">
                    <a16:creationId xmlns:a16="http://schemas.microsoft.com/office/drawing/2014/main" id="{1FA5847A-75B3-92CE-89D8-624F4A9704BA}"/>
                  </a:ext>
                </a:extLst>
              </p:cNvPr>
              <p:cNvPicPr/>
              <p:nvPr/>
            </p:nvPicPr>
            <p:blipFill>
              <a:blip r:embed="rId61"/>
              <a:stretch>
                <a:fillRect/>
              </a:stretch>
            </p:blipFill>
            <p:spPr>
              <a:xfrm>
                <a:off x="14280960" y="7807560"/>
                <a:ext cx="114120" cy="22536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63" name="Ink 62">
                <a:extLst>
                  <a:ext uri="{FF2B5EF4-FFF2-40B4-BE49-F238E27FC236}">
                    <a16:creationId xmlns:a16="http://schemas.microsoft.com/office/drawing/2014/main" id="{D88AC252-BEA1-E8B8-0A38-AA6606B6E5EA}"/>
                  </a:ext>
                </a:extLst>
              </p14:cNvPr>
              <p14:cNvContentPartPr/>
              <p14:nvPr/>
            </p14:nvContentPartPr>
            <p14:xfrm>
              <a:off x="14130480" y="7895760"/>
              <a:ext cx="27720" cy="14040"/>
            </p14:xfrm>
          </p:contentPart>
        </mc:Choice>
        <mc:Fallback>
          <p:pic>
            <p:nvPicPr>
              <p:cNvPr id="63" name="Ink 62">
                <a:extLst>
                  <a:ext uri="{FF2B5EF4-FFF2-40B4-BE49-F238E27FC236}">
                    <a16:creationId xmlns:a16="http://schemas.microsoft.com/office/drawing/2014/main" id="{D88AC252-BEA1-E8B8-0A38-AA6606B6E5EA}"/>
                  </a:ext>
                </a:extLst>
              </p:cNvPr>
              <p:cNvPicPr/>
              <p:nvPr/>
            </p:nvPicPr>
            <p:blipFill>
              <a:blip r:embed="rId63"/>
              <a:stretch>
                <a:fillRect/>
              </a:stretch>
            </p:blipFill>
            <p:spPr>
              <a:xfrm>
                <a:off x="14076840" y="7787760"/>
                <a:ext cx="135360" cy="22968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64" name="Ink 63">
                <a:extLst>
                  <a:ext uri="{FF2B5EF4-FFF2-40B4-BE49-F238E27FC236}">
                    <a16:creationId xmlns:a16="http://schemas.microsoft.com/office/drawing/2014/main" id="{B2083D35-6786-8BFD-601D-536AD1E57801}"/>
                  </a:ext>
                </a:extLst>
              </p14:cNvPr>
              <p14:cNvContentPartPr/>
              <p14:nvPr/>
            </p14:nvContentPartPr>
            <p14:xfrm>
              <a:off x="14066040" y="7882080"/>
              <a:ext cx="15840" cy="12600"/>
            </p14:xfrm>
          </p:contentPart>
        </mc:Choice>
        <mc:Fallback>
          <p:pic>
            <p:nvPicPr>
              <p:cNvPr id="64" name="Ink 63">
                <a:extLst>
                  <a:ext uri="{FF2B5EF4-FFF2-40B4-BE49-F238E27FC236}">
                    <a16:creationId xmlns:a16="http://schemas.microsoft.com/office/drawing/2014/main" id="{B2083D35-6786-8BFD-601D-536AD1E57801}"/>
                  </a:ext>
                </a:extLst>
              </p:cNvPr>
              <p:cNvPicPr/>
              <p:nvPr/>
            </p:nvPicPr>
            <p:blipFill>
              <a:blip r:embed="rId65"/>
              <a:stretch>
                <a:fillRect/>
              </a:stretch>
            </p:blipFill>
            <p:spPr>
              <a:xfrm>
                <a:off x="14012400" y="7774440"/>
                <a:ext cx="123480" cy="22824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65" name="Ink 64">
                <a:extLst>
                  <a:ext uri="{FF2B5EF4-FFF2-40B4-BE49-F238E27FC236}">
                    <a16:creationId xmlns:a16="http://schemas.microsoft.com/office/drawing/2014/main" id="{C9927DCE-59A3-4F5F-8EDD-D0346C62FE7D}"/>
                  </a:ext>
                </a:extLst>
              </p14:cNvPr>
              <p14:cNvContentPartPr/>
              <p14:nvPr/>
            </p14:nvContentPartPr>
            <p14:xfrm>
              <a:off x="14203200" y="7878840"/>
              <a:ext cx="118080" cy="360"/>
            </p14:xfrm>
          </p:contentPart>
        </mc:Choice>
        <mc:Fallback>
          <p:pic>
            <p:nvPicPr>
              <p:cNvPr id="65" name="Ink 64">
                <a:extLst>
                  <a:ext uri="{FF2B5EF4-FFF2-40B4-BE49-F238E27FC236}">
                    <a16:creationId xmlns:a16="http://schemas.microsoft.com/office/drawing/2014/main" id="{C9927DCE-59A3-4F5F-8EDD-D0346C62FE7D}"/>
                  </a:ext>
                </a:extLst>
              </p:cNvPr>
              <p:cNvPicPr/>
              <p:nvPr/>
            </p:nvPicPr>
            <p:blipFill>
              <a:blip r:embed="rId32"/>
              <a:stretch>
                <a:fillRect/>
              </a:stretch>
            </p:blipFill>
            <p:spPr>
              <a:xfrm>
                <a:off x="14149560" y="7770840"/>
                <a:ext cx="2257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66" name="Ink 65">
                <a:extLst>
                  <a:ext uri="{FF2B5EF4-FFF2-40B4-BE49-F238E27FC236}">
                    <a16:creationId xmlns:a16="http://schemas.microsoft.com/office/drawing/2014/main" id="{3A34DB5B-073E-C7A8-C149-19F000F94818}"/>
                  </a:ext>
                </a:extLst>
              </p14:cNvPr>
              <p14:cNvContentPartPr/>
              <p14:nvPr/>
            </p14:nvContentPartPr>
            <p14:xfrm>
              <a:off x="14341080" y="7878840"/>
              <a:ext cx="15480" cy="360"/>
            </p14:xfrm>
          </p:contentPart>
        </mc:Choice>
        <mc:Fallback>
          <p:pic>
            <p:nvPicPr>
              <p:cNvPr id="66" name="Ink 65">
                <a:extLst>
                  <a:ext uri="{FF2B5EF4-FFF2-40B4-BE49-F238E27FC236}">
                    <a16:creationId xmlns:a16="http://schemas.microsoft.com/office/drawing/2014/main" id="{3A34DB5B-073E-C7A8-C149-19F000F94818}"/>
                  </a:ext>
                </a:extLst>
              </p:cNvPr>
              <p:cNvPicPr/>
              <p:nvPr/>
            </p:nvPicPr>
            <p:blipFill>
              <a:blip r:embed="rId10"/>
              <a:stretch>
                <a:fillRect/>
              </a:stretch>
            </p:blipFill>
            <p:spPr>
              <a:xfrm>
                <a:off x="14287080" y="7770840"/>
                <a:ext cx="1231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67" name="Ink 66">
                <a:extLst>
                  <a:ext uri="{FF2B5EF4-FFF2-40B4-BE49-F238E27FC236}">
                    <a16:creationId xmlns:a16="http://schemas.microsoft.com/office/drawing/2014/main" id="{AACEB094-A9EF-02B3-5B62-F3F5D59914E9}"/>
                  </a:ext>
                </a:extLst>
              </p14:cNvPr>
              <p14:cNvContentPartPr/>
              <p14:nvPr/>
            </p14:nvContentPartPr>
            <p14:xfrm>
              <a:off x="14350080" y="8000880"/>
              <a:ext cx="6120" cy="9360"/>
            </p14:xfrm>
          </p:contentPart>
        </mc:Choice>
        <mc:Fallback>
          <p:pic>
            <p:nvPicPr>
              <p:cNvPr id="67" name="Ink 66">
                <a:extLst>
                  <a:ext uri="{FF2B5EF4-FFF2-40B4-BE49-F238E27FC236}">
                    <a16:creationId xmlns:a16="http://schemas.microsoft.com/office/drawing/2014/main" id="{AACEB094-A9EF-02B3-5B62-F3F5D59914E9}"/>
                  </a:ext>
                </a:extLst>
              </p:cNvPr>
              <p:cNvPicPr/>
              <p:nvPr/>
            </p:nvPicPr>
            <p:blipFill>
              <a:blip r:embed="rId69"/>
              <a:stretch>
                <a:fillRect/>
              </a:stretch>
            </p:blipFill>
            <p:spPr>
              <a:xfrm>
                <a:off x="14296080" y="7893240"/>
                <a:ext cx="113760" cy="22500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68" name="Ink 67">
                <a:extLst>
                  <a:ext uri="{FF2B5EF4-FFF2-40B4-BE49-F238E27FC236}">
                    <a16:creationId xmlns:a16="http://schemas.microsoft.com/office/drawing/2014/main" id="{EFC60247-3514-13BA-2FFD-B18E9B88108A}"/>
                  </a:ext>
                </a:extLst>
              </p14:cNvPr>
              <p14:cNvContentPartPr/>
              <p14:nvPr/>
            </p14:nvContentPartPr>
            <p14:xfrm>
              <a:off x="14159280" y="8031480"/>
              <a:ext cx="44280" cy="12240"/>
            </p14:xfrm>
          </p:contentPart>
        </mc:Choice>
        <mc:Fallback>
          <p:pic>
            <p:nvPicPr>
              <p:cNvPr id="68" name="Ink 67">
                <a:extLst>
                  <a:ext uri="{FF2B5EF4-FFF2-40B4-BE49-F238E27FC236}">
                    <a16:creationId xmlns:a16="http://schemas.microsoft.com/office/drawing/2014/main" id="{EFC60247-3514-13BA-2FFD-B18E9B88108A}"/>
                  </a:ext>
                </a:extLst>
              </p:cNvPr>
              <p:cNvPicPr/>
              <p:nvPr/>
            </p:nvPicPr>
            <p:blipFill>
              <a:blip r:embed="rId71"/>
              <a:stretch>
                <a:fillRect/>
              </a:stretch>
            </p:blipFill>
            <p:spPr>
              <a:xfrm>
                <a:off x="14105640" y="7923480"/>
                <a:ext cx="151920" cy="22788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69" name="Ink 68">
                <a:extLst>
                  <a:ext uri="{FF2B5EF4-FFF2-40B4-BE49-F238E27FC236}">
                    <a16:creationId xmlns:a16="http://schemas.microsoft.com/office/drawing/2014/main" id="{65F75566-529D-4ACC-BCB3-958F440B4459}"/>
                  </a:ext>
                </a:extLst>
              </p14:cNvPr>
              <p14:cNvContentPartPr/>
              <p14:nvPr/>
            </p14:nvContentPartPr>
            <p14:xfrm>
              <a:off x="14000520" y="8046600"/>
              <a:ext cx="35280" cy="6480"/>
            </p14:xfrm>
          </p:contentPart>
        </mc:Choice>
        <mc:Fallback>
          <p:pic>
            <p:nvPicPr>
              <p:cNvPr id="69" name="Ink 68">
                <a:extLst>
                  <a:ext uri="{FF2B5EF4-FFF2-40B4-BE49-F238E27FC236}">
                    <a16:creationId xmlns:a16="http://schemas.microsoft.com/office/drawing/2014/main" id="{65F75566-529D-4ACC-BCB3-958F440B4459}"/>
                  </a:ext>
                </a:extLst>
              </p:cNvPr>
              <p:cNvPicPr/>
              <p:nvPr/>
            </p:nvPicPr>
            <p:blipFill>
              <a:blip r:embed="rId73"/>
              <a:stretch>
                <a:fillRect/>
              </a:stretch>
            </p:blipFill>
            <p:spPr>
              <a:xfrm>
                <a:off x="13946880" y="7938600"/>
                <a:ext cx="142920" cy="22212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70" name="Ink 69">
                <a:extLst>
                  <a:ext uri="{FF2B5EF4-FFF2-40B4-BE49-F238E27FC236}">
                    <a16:creationId xmlns:a16="http://schemas.microsoft.com/office/drawing/2014/main" id="{D0C6CC39-5364-0779-FCE8-3D9729AC7C35}"/>
                  </a:ext>
                </a:extLst>
              </p14:cNvPr>
              <p14:cNvContentPartPr/>
              <p14:nvPr/>
            </p14:nvContentPartPr>
            <p14:xfrm>
              <a:off x="13923120" y="8062080"/>
              <a:ext cx="6120" cy="360"/>
            </p14:xfrm>
          </p:contentPart>
        </mc:Choice>
        <mc:Fallback>
          <p:pic>
            <p:nvPicPr>
              <p:cNvPr id="70" name="Ink 69">
                <a:extLst>
                  <a:ext uri="{FF2B5EF4-FFF2-40B4-BE49-F238E27FC236}">
                    <a16:creationId xmlns:a16="http://schemas.microsoft.com/office/drawing/2014/main" id="{D0C6CC39-5364-0779-FCE8-3D9729AC7C35}"/>
                  </a:ext>
                </a:extLst>
              </p:cNvPr>
              <p:cNvPicPr/>
              <p:nvPr/>
            </p:nvPicPr>
            <p:blipFill>
              <a:blip r:embed="rId55"/>
              <a:stretch>
                <a:fillRect/>
              </a:stretch>
            </p:blipFill>
            <p:spPr>
              <a:xfrm>
                <a:off x="13869480" y="7954080"/>
                <a:ext cx="1137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71" name="Ink 70">
                <a:extLst>
                  <a:ext uri="{FF2B5EF4-FFF2-40B4-BE49-F238E27FC236}">
                    <a16:creationId xmlns:a16="http://schemas.microsoft.com/office/drawing/2014/main" id="{0516A4B1-F3B4-DB71-FE2A-B556342D669C}"/>
                  </a:ext>
                </a:extLst>
              </p14:cNvPr>
              <p14:cNvContentPartPr/>
              <p14:nvPr/>
            </p14:nvContentPartPr>
            <p14:xfrm>
              <a:off x="13852920" y="8092560"/>
              <a:ext cx="360" cy="360"/>
            </p14:xfrm>
          </p:contentPart>
        </mc:Choice>
        <mc:Fallback>
          <p:pic>
            <p:nvPicPr>
              <p:cNvPr id="71" name="Ink 70">
                <a:extLst>
                  <a:ext uri="{FF2B5EF4-FFF2-40B4-BE49-F238E27FC236}">
                    <a16:creationId xmlns:a16="http://schemas.microsoft.com/office/drawing/2014/main" id="{0516A4B1-F3B4-DB71-FE2A-B556342D669C}"/>
                  </a:ext>
                </a:extLst>
              </p:cNvPr>
              <p:cNvPicPr/>
              <p:nvPr/>
            </p:nvPicPr>
            <p:blipFill>
              <a:blip r:embed="rId4"/>
              <a:stretch>
                <a:fillRect/>
              </a:stretch>
            </p:blipFill>
            <p:spPr>
              <a:xfrm>
                <a:off x="13799280" y="798456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72" name="Ink 71">
                <a:extLst>
                  <a:ext uri="{FF2B5EF4-FFF2-40B4-BE49-F238E27FC236}">
                    <a16:creationId xmlns:a16="http://schemas.microsoft.com/office/drawing/2014/main" id="{DE100936-A494-E5D5-99EE-09F2B277CFDF}"/>
                  </a:ext>
                </a:extLst>
              </p14:cNvPr>
              <p14:cNvContentPartPr/>
              <p14:nvPr/>
            </p14:nvContentPartPr>
            <p14:xfrm>
              <a:off x="14035800" y="8030280"/>
              <a:ext cx="136080" cy="32040"/>
            </p14:xfrm>
          </p:contentPart>
        </mc:Choice>
        <mc:Fallback>
          <p:pic>
            <p:nvPicPr>
              <p:cNvPr id="72" name="Ink 71">
                <a:extLst>
                  <a:ext uri="{FF2B5EF4-FFF2-40B4-BE49-F238E27FC236}">
                    <a16:creationId xmlns:a16="http://schemas.microsoft.com/office/drawing/2014/main" id="{DE100936-A494-E5D5-99EE-09F2B277CFDF}"/>
                  </a:ext>
                </a:extLst>
              </p:cNvPr>
              <p:cNvPicPr/>
              <p:nvPr/>
            </p:nvPicPr>
            <p:blipFill>
              <a:blip r:embed="rId77"/>
              <a:stretch>
                <a:fillRect/>
              </a:stretch>
            </p:blipFill>
            <p:spPr>
              <a:xfrm>
                <a:off x="13981800" y="7922640"/>
                <a:ext cx="243720" cy="24768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73" name="Ink 72">
                <a:extLst>
                  <a:ext uri="{FF2B5EF4-FFF2-40B4-BE49-F238E27FC236}">
                    <a16:creationId xmlns:a16="http://schemas.microsoft.com/office/drawing/2014/main" id="{B87B5250-9AE2-501C-262D-327C0B52592C}"/>
                  </a:ext>
                </a:extLst>
              </p14:cNvPr>
              <p14:cNvContentPartPr/>
              <p14:nvPr/>
            </p14:nvContentPartPr>
            <p14:xfrm>
              <a:off x="14325240" y="7985280"/>
              <a:ext cx="27720" cy="360"/>
            </p14:xfrm>
          </p:contentPart>
        </mc:Choice>
        <mc:Fallback>
          <p:pic>
            <p:nvPicPr>
              <p:cNvPr id="73" name="Ink 72">
                <a:extLst>
                  <a:ext uri="{FF2B5EF4-FFF2-40B4-BE49-F238E27FC236}">
                    <a16:creationId xmlns:a16="http://schemas.microsoft.com/office/drawing/2014/main" id="{B87B5250-9AE2-501C-262D-327C0B52592C}"/>
                  </a:ext>
                </a:extLst>
              </p:cNvPr>
              <p:cNvPicPr/>
              <p:nvPr/>
            </p:nvPicPr>
            <p:blipFill>
              <a:blip r:embed="rId19"/>
              <a:stretch>
                <a:fillRect/>
              </a:stretch>
            </p:blipFill>
            <p:spPr>
              <a:xfrm>
                <a:off x="14271600" y="7877640"/>
                <a:ext cx="1353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74" name="Ink 73">
                <a:extLst>
                  <a:ext uri="{FF2B5EF4-FFF2-40B4-BE49-F238E27FC236}">
                    <a16:creationId xmlns:a16="http://schemas.microsoft.com/office/drawing/2014/main" id="{30358D0F-8012-213A-47E9-58A9B1045B52}"/>
                  </a:ext>
                </a:extLst>
              </p14:cNvPr>
              <p14:cNvContentPartPr/>
              <p14:nvPr/>
            </p14:nvContentPartPr>
            <p14:xfrm>
              <a:off x="14447640" y="7924440"/>
              <a:ext cx="360" cy="15840"/>
            </p14:xfrm>
          </p:contentPart>
        </mc:Choice>
        <mc:Fallback>
          <p:pic>
            <p:nvPicPr>
              <p:cNvPr id="74" name="Ink 73">
                <a:extLst>
                  <a:ext uri="{FF2B5EF4-FFF2-40B4-BE49-F238E27FC236}">
                    <a16:creationId xmlns:a16="http://schemas.microsoft.com/office/drawing/2014/main" id="{30358D0F-8012-213A-47E9-58A9B1045B52}"/>
                  </a:ext>
                </a:extLst>
              </p:cNvPr>
              <p:cNvPicPr/>
              <p:nvPr/>
            </p:nvPicPr>
            <p:blipFill>
              <a:blip r:embed="rId80"/>
              <a:stretch>
                <a:fillRect/>
              </a:stretch>
            </p:blipFill>
            <p:spPr>
              <a:xfrm>
                <a:off x="14393640" y="7816800"/>
                <a:ext cx="108000" cy="23148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75" name="Ink 74">
                <a:extLst>
                  <a:ext uri="{FF2B5EF4-FFF2-40B4-BE49-F238E27FC236}">
                    <a16:creationId xmlns:a16="http://schemas.microsoft.com/office/drawing/2014/main" id="{57128827-96C5-E7EA-30F6-082A6F09E9CD}"/>
                  </a:ext>
                </a:extLst>
              </p14:cNvPr>
              <p14:cNvContentPartPr/>
              <p14:nvPr/>
            </p14:nvContentPartPr>
            <p14:xfrm>
              <a:off x="14364840" y="7894200"/>
              <a:ext cx="6120" cy="360"/>
            </p14:xfrm>
          </p:contentPart>
        </mc:Choice>
        <mc:Fallback>
          <p:pic>
            <p:nvPicPr>
              <p:cNvPr id="75" name="Ink 74">
                <a:extLst>
                  <a:ext uri="{FF2B5EF4-FFF2-40B4-BE49-F238E27FC236}">
                    <a16:creationId xmlns:a16="http://schemas.microsoft.com/office/drawing/2014/main" id="{57128827-96C5-E7EA-30F6-082A6F09E9CD}"/>
                  </a:ext>
                </a:extLst>
              </p:cNvPr>
              <p:cNvPicPr/>
              <p:nvPr/>
            </p:nvPicPr>
            <p:blipFill>
              <a:blip r:embed="rId55"/>
              <a:stretch>
                <a:fillRect/>
              </a:stretch>
            </p:blipFill>
            <p:spPr>
              <a:xfrm>
                <a:off x="14311200" y="7786560"/>
                <a:ext cx="1137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76" name="Ink 75">
                <a:extLst>
                  <a:ext uri="{FF2B5EF4-FFF2-40B4-BE49-F238E27FC236}">
                    <a16:creationId xmlns:a16="http://schemas.microsoft.com/office/drawing/2014/main" id="{C711B3EF-D716-7908-9FBD-FDBB172568BB}"/>
                  </a:ext>
                </a:extLst>
              </p14:cNvPr>
              <p14:cNvContentPartPr/>
              <p14:nvPr/>
            </p14:nvContentPartPr>
            <p14:xfrm>
              <a:off x="14085840" y="7849920"/>
              <a:ext cx="72360" cy="29160"/>
            </p14:xfrm>
          </p:contentPart>
        </mc:Choice>
        <mc:Fallback>
          <p:pic>
            <p:nvPicPr>
              <p:cNvPr id="76" name="Ink 75">
                <a:extLst>
                  <a:ext uri="{FF2B5EF4-FFF2-40B4-BE49-F238E27FC236}">
                    <a16:creationId xmlns:a16="http://schemas.microsoft.com/office/drawing/2014/main" id="{C711B3EF-D716-7908-9FBD-FDBB172568BB}"/>
                  </a:ext>
                </a:extLst>
              </p:cNvPr>
              <p:cNvPicPr/>
              <p:nvPr/>
            </p:nvPicPr>
            <p:blipFill>
              <a:blip r:embed="rId83"/>
              <a:stretch>
                <a:fillRect/>
              </a:stretch>
            </p:blipFill>
            <p:spPr>
              <a:xfrm>
                <a:off x="14032200" y="7741920"/>
                <a:ext cx="180000" cy="24480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77" name="Ink 76">
                <a:extLst>
                  <a:ext uri="{FF2B5EF4-FFF2-40B4-BE49-F238E27FC236}">
                    <a16:creationId xmlns:a16="http://schemas.microsoft.com/office/drawing/2014/main" id="{5B051A5C-F4A9-A3D7-FB34-9A0F31C6B252}"/>
                  </a:ext>
                </a:extLst>
              </p14:cNvPr>
              <p14:cNvContentPartPr/>
              <p14:nvPr/>
            </p14:nvContentPartPr>
            <p14:xfrm>
              <a:off x="14066040" y="7848120"/>
              <a:ext cx="15840" cy="360"/>
            </p14:xfrm>
          </p:contentPart>
        </mc:Choice>
        <mc:Fallback>
          <p:pic>
            <p:nvPicPr>
              <p:cNvPr id="77" name="Ink 76">
                <a:extLst>
                  <a:ext uri="{FF2B5EF4-FFF2-40B4-BE49-F238E27FC236}">
                    <a16:creationId xmlns:a16="http://schemas.microsoft.com/office/drawing/2014/main" id="{5B051A5C-F4A9-A3D7-FB34-9A0F31C6B252}"/>
                  </a:ext>
                </a:extLst>
              </p:cNvPr>
              <p:cNvPicPr/>
              <p:nvPr/>
            </p:nvPicPr>
            <p:blipFill>
              <a:blip r:embed="rId10"/>
              <a:stretch>
                <a:fillRect/>
              </a:stretch>
            </p:blipFill>
            <p:spPr>
              <a:xfrm>
                <a:off x="14012400" y="7740480"/>
                <a:ext cx="12348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78" name="Ink 77">
                <a:extLst>
                  <a:ext uri="{FF2B5EF4-FFF2-40B4-BE49-F238E27FC236}">
                    <a16:creationId xmlns:a16="http://schemas.microsoft.com/office/drawing/2014/main" id="{73F78189-1AFA-F1B5-A296-7588EE289D38}"/>
                  </a:ext>
                </a:extLst>
              </p14:cNvPr>
              <p14:cNvContentPartPr/>
              <p14:nvPr/>
            </p14:nvContentPartPr>
            <p14:xfrm>
              <a:off x="14325240" y="7970520"/>
              <a:ext cx="9720" cy="6120"/>
            </p14:xfrm>
          </p:contentPart>
        </mc:Choice>
        <mc:Fallback>
          <p:pic>
            <p:nvPicPr>
              <p:cNvPr id="78" name="Ink 77">
                <a:extLst>
                  <a:ext uri="{FF2B5EF4-FFF2-40B4-BE49-F238E27FC236}">
                    <a16:creationId xmlns:a16="http://schemas.microsoft.com/office/drawing/2014/main" id="{73F78189-1AFA-F1B5-A296-7588EE289D38}"/>
                  </a:ext>
                </a:extLst>
              </p:cNvPr>
              <p:cNvPicPr/>
              <p:nvPr/>
            </p:nvPicPr>
            <p:blipFill>
              <a:blip r:embed="rId86"/>
              <a:stretch>
                <a:fillRect/>
              </a:stretch>
            </p:blipFill>
            <p:spPr>
              <a:xfrm>
                <a:off x="14271600" y="7862520"/>
                <a:ext cx="117360" cy="221760"/>
              </a:xfrm>
              <a:prstGeom prst="rect">
                <a:avLst/>
              </a:prstGeom>
            </p:spPr>
          </p:pic>
        </mc:Fallback>
      </mc:AlternateContent>
      <mc:AlternateContent xmlns:mc="http://schemas.openxmlformats.org/markup-compatibility/2006">
        <mc:Choice xmlns:p14="http://schemas.microsoft.com/office/powerpoint/2010/main" Requires="p14">
          <p:contentPart p14:bwMode="auto" r:id="rId87">
            <p14:nvContentPartPr>
              <p14:cNvPr id="79" name="Ink 78">
                <a:extLst>
                  <a:ext uri="{FF2B5EF4-FFF2-40B4-BE49-F238E27FC236}">
                    <a16:creationId xmlns:a16="http://schemas.microsoft.com/office/drawing/2014/main" id="{DCC250E0-449A-456C-6A9E-D7F0FEADCC0D}"/>
                  </a:ext>
                </a:extLst>
              </p14:cNvPr>
              <p14:cNvContentPartPr/>
              <p14:nvPr/>
            </p14:nvContentPartPr>
            <p14:xfrm>
              <a:off x="14386440" y="8031360"/>
              <a:ext cx="360" cy="6120"/>
            </p14:xfrm>
          </p:contentPart>
        </mc:Choice>
        <mc:Fallback>
          <p:pic>
            <p:nvPicPr>
              <p:cNvPr id="79" name="Ink 78">
                <a:extLst>
                  <a:ext uri="{FF2B5EF4-FFF2-40B4-BE49-F238E27FC236}">
                    <a16:creationId xmlns:a16="http://schemas.microsoft.com/office/drawing/2014/main" id="{DCC250E0-449A-456C-6A9E-D7F0FEADCC0D}"/>
                  </a:ext>
                </a:extLst>
              </p:cNvPr>
              <p:cNvPicPr/>
              <p:nvPr/>
            </p:nvPicPr>
            <p:blipFill>
              <a:blip r:embed="rId88"/>
              <a:stretch>
                <a:fillRect/>
              </a:stretch>
            </p:blipFill>
            <p:spPr>
              <a:xfrm>
                <a:off x="14332440" y="7923720"/>
                <a:ext cx="108000" cy="221760"/>
              </a:xfrm>
              <a:prstGeom prst="rect">
                <a:avLst/>
              </a:prstGeom>
            </p:spPr>
          </p:pic>
        </mc:Fallback>
      </mc:AlternateContent>
      <mc:AlternateContent xmlns:mc="http://schemas.openxmlformats.org/markup-compatibility/2006">
        <mc:Choice xmlns:p14="http://schemas.microsoft.com/office/powerpoint/2010/main" Requires="p14">
          <p:contentPart p14:bwMode="auto" r:id="rId89">
            <p14:nvContentPartPr>
              <p14:cNvPr id="80" name="Ink 79">
                <a:extLst>
                  <a:ext uri="{FF2B5EF4-FFF2-40B4-BE49-F238E27FC236}">
                    <a16:creationId xmlns:a16="http://schemas.microsoft.com/office/drawing/2014/main" id="{11EA19C6-2281-20C4-69CC-B829427405BC}"/>
                  </a:ext>
                </a:extLst>
              </p14:cNvPr>
              <p14:cNvContentPartPr/>
              <p14:nvPr/>
            </p14:nvContentPartPr>
            <p14:xfrm>
              <a:off x="14401560" y="8046480"/>
              <a:ext cx="360" cy="360"/>
            </p14:xfrm>
          </p:contentPart>
        </mc:Choice>
        <mc:Fallback>
          <p:pic>
            <p:nvPicPr>
              <p:cNvPr id="80" name="Ink 79">
                <a:extLst>
                  <a:ext uri="{FF2B5EF4-FFF2-40B4-BE49-F238E27FC236}">
                    <a16:creationId xmlns:a16="http://schemas.microsoft.com/office/drawing/2014/main" id="{11EA19C6-2281-20C4-69CC-B829427405BC}"/>
                  </a:ext>
                </a:extLst>
              </p:cNvPr>
              <p:cNvPicPr/>
              <p:nvPr/>
            </p:nvPicPr>
            <p:blipFill>
              <a:blip r:embed="rId4"/>
              <a:stretch>
                <a:fillRect/>
              </a:stretch>
            </p:blipFill>
            <p:spPr>
              <a:xfrm>
                <a:off x="14347560" y="793848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81" name="Ink 80">
                <a:extLst>
                  <a:ext uri="{FF2B5EF4-FFF2-40B4-BE49-F238E27FC236}">
                    <a16:creationId xmlns:a16="http://schemas.microsoft.com/office/drawing/2014/main" id="{FDB7F976-E2CF-C34A-50DD-EF2AB9C12D7B}"/>
                  </a:ext>
                </a:extLst>
              </p14:cNvPr>
              <p14:cNvContentPartPr/>
              <p14:nvPr/>
            </p14:nvContentPartPr>
            <p14:xfrm>
              <a:off x="13975320" y="7842360"/>
              <a:ext cx="360" cy="6120"/>
            </p14:xfrm>
          </p:contentPart>
        </mc:Choice>
        <mc:Fallback>
          <p:pic>
            <p:nvPicPr>
              <p:cNvPr id="81" name="Ink 80">
                <a:extLst>
                  <a:ext uri="{FF2B5EF4-FFF2-40B4-BE49-F238E27FC236}">
                    <a16:creationId xmlns:a16="http://schemas.microsoft.com/office/drawing/2014/main" id="{FDB7F976-E2CF-C34A-50DD-EF2AB9C12D7B}"/>
                  </a:ext>
                </a:extLst>
              </p:cNvPr>
              <p:cNvPicPr/>
              <p:nvPr/>
            </p:nvPicPr>
            <p:blipFill>
              <a:blip r:embed="rId88"/>
              <a:stretch>
                <a:fillRect/>
              </a:stretch>
            </p:blipFill>
            <p:spPr>
              <a:xfrm>
                <a:off x="13921320" y="7734360"/>
                <a:ext cx="108000" cy="221760"/>
              </a:xfrm>
              <a:prstGeom prst="rect">
                <a:avLst/>
              </a:prstGeom>
            </p:spPr>
          </p:pic>
        </mc:Fallback>
      </mc:AlternateContent>
      <mc:AlternateContent xmlns:mc="http://schemas.openxmlformats.org/markup-compatibility/2006">
        <mc:Choice xmlns:p14="http://schemas.microsoft.com/office/powerpoint/2010/main" Requires="p14">
          <p:contentPart p14:bwMode="auto" r:id="rId91">
            <p14:nvContentPartPr>
              <p14:cNvPr id="82" name="Ink 81">
                <a:extLst>
                  <a:ext uri="{FF2B5EF4-FFF2-40B4-BE49-F238E27FC236}">
                    <a16:creationId xmlns:a16="http://schemas.microsoft.com/office/drawing/2014/main" id="{6C9C6C87-BB9D-7E30-C2E0-F75313044C33}"/>
                  </a:ext>
                </a:extLst>
              </p14:cNvPr>
              <p14:cNvContentPartPr/>
              <p14:nvPr/>
            </p14:nvContentPartPr>
            <p14:xfrm>
              <a:off x="13441440" y="8123160"/>
              <a:ext cx="15840" cy="360"/>
            </p14:xfrm>
          </p:contentPart>
        </mc:Choice>
        <mc:Fallback>
          <p:pic>
            <p:nvPicPr>
              <p:cNvPr id="82" name="Ink 81">
                <a:extLst>
                  <a:ext uri="{FF2B5EF4-FFF2-40B4-BE49-F238E27FC236}">
                    <a16:creationId xmlns:a16="http://schemas.microsoft.com/office/drawing/2014/main" id="{6C9C6C87-BB9D-7E30-C2E0-F75313044C33}"/>
                  </a:ext>
                </a:extLst>
              </p:cNvPr>
              <p:cNvPicPr/>
              <p:nvPr/>
            </p:nvPicPr>
            <p:blipFill>
              <a:blip r:embed="rId10"/>
              <a:stretch>
                <a:fillRect/>
              </a:stretch>
            </p:blipFill>
            <p:spPr>
              <a:xfrm>
                <a:off x="13387440" y="8015160"/>
                <a:ext cx="12348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83" name="Ink 82">
                <a:extLst>
                  <a:ext uri="{FF2B5EF4-FFF2-40B4-BE49-F238E27FC236}">
                    <a16:creationId xmlns:a16="http://schemas.microsoft.com/office/drawing/2014/main" id="{261BD72E-3051-8DB2-5355-02AA55A78B77}"/>
                  </a:ext>
                </a:extLst>
              </p14:cNvPr>
              <p14:cNvContentPartPr/>
              <p14:nvPr/>
            </p14:nvContentPartPr>
            <p14:xfrm>
              <a:off x="13339560" y="8123160"/>
              <a:ext cx="56520" cy="360"/>
            </p14:xfrm>
          </p:contentPart>
        </mc:Choice>
        <mc:Fallback>
          <p:pic>
            <p:nvPicPr>
              <p:cNvPr id="83" name="Ink 82">
                <a:extLst>
                  <a:ext uri="{FF2B5EF4-FFF2-40B4-BE49-F238E27FC236}">
                    <a16:creationId xmlns:a16="http://schemas.microsoft.com/office/drawing/2014/main" id="{261BD72E-3051-8DB2-5355-02AA55A78B77}"/>
                  </a:ext>
                </a:extLst>
              </p:cNvPr>
              <p:cNvPicPr/>
              <p:nvPr/>
            </p:nvPicPr>
            <p:blipFill>
              <a:blip r:embed="rId93"/>
              <a:stretch>
                <a:fillRect/>
              </a:stretch>
            </p:blipFill>
            <p:spPr>
              <a:xfrm>
                <a:off x="13285920" y="8015160"/>
                <a:ext cx="164160" cy="216000"/>
              </a:xfrm>
              <a:prstGeom prst="rect">
                <a:avLst/>
              </a:prstGeom>
            </p:spPr>
          </p:pic>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21638" y="566976"/>
            <a:ext cx="9819323" cy="644366"/>
          </a:xfrm>
          <a:prstGeom prst="rect">
            <a:avLst/>
          </a:prstGeom>
          <a:noFill/>
          <a:ln/>
        </p:spPr>
        <p:txBody>
          <a:bodyPr wrap="none" lIns="0" tIns="0" rIns="0" bIns="0" rtlCol="0" anchor="t"/>
          <a:lstStyle/>
          <a:p>
            <a:pPr marL="0" indent="0" algn="l">
              <a:lnSpc>
                <a:spcPts val="5050"/>
              </a:lnSpc>
              <a:buNone/>
            </a:pPr>
            <a:r>
              <a:rPr lang="en-US" sz="4050" dirty="0">
                <a:solidFill>
                  <a:srgbClr val="FFFFFF"/>
                </a:solidFill>
                <a:latin typeface="Saira Medium" pitchFamily="34" charset="0"/>
                <a:ea typeface="Saira Medium" pitchFamily="34" charset="-122"/>
                <a:cs typeface="Saira Medium" pitchFamily="34" charset="-120"/>
              </a:rPr>
              <a:t>Conclusion: Fighting Fake News with NLP</a:t>
            </a:r>
            <a:endParaRPr lang="en-US" sz="4050" dirty="0"/>
          </a:p>
        </p:txBody>
      </p:sp>
      <p:sp>
        <p:nvSpPr>
          <p:cNvPr id="3" name="Text 1"/>
          <p:cNvSpPr/>
          <p:nvPr/>
        </p:nvSpPr>
        <p:spPr>
          <a:xfrm>
            <a:off x="721638" y="1706047"/>
            <a:ext cx="6342102" cy="989767"/>
          </a:xfrm>
          <a:prstGeom prst="rect">
            <a:avLst/>
          </a:prstGeom>
          <a:noFill/>
          <a:ln/>
        </p:spPr>
        <p:txBody>
          <a:bodyPr wrap="square" lIns="0" tIns="0" rIns="0" bIns="0" rtlCol="0" anchor="t"/>
          <a:lstStyle/>
          <a:p>
            <a:pPr marL="0" indent="0" algn="l">
              <a:lnSpc>
                <a:spcPts val="2550"/>
              </a:lnSpc>
              <a:buNone/>
            </a:pPr>
            <a:r>
              <a:rPr lang="en-US" sz="1600" b="1" dirty="0">
                <a:solidFill>
                  <a:srgbClr val="E5E0DF"/>
                </a:solidFill>
                <a:latin typeface="Roboto" pitchFamily="34" charset="0"/>
                <a:ea typeface="Roboto" pitchFamily="34" charset="-122"/>
                <a:cs typeface="Roboto" pitchFamily="34" charset="-120"/>
              </a:rPr>
              <a:t>NLP-based detection is a critical tool in preserving truth and trust online.</a:t>
            </a:r>
            <a:r>
              <a:rPr lang="en-US" sz="1600" dirty="0">
                <a:solidFill>
                  <a:srgbClr val="E5E0DF"/>
                </a:solidFill>
                <a:latin typeface="Roboto" pitchFamily="34" charset="0"/>
                <a:ea typeface="Roboto" pitchFamily="34" charset="-122"/>
                <a:cs typeface="Roboto" pitchFamily="34" charset="-120"/>
              </a:rPr>
              <a:t> By leveraging sophisticated algorithms, we can identify and mitigate the spread of misinformation at an unprecedented scale.</a:t>
            </a:r>
            <a:endParaRPr lang="en-US" sz="1600" dirty="0"/>
          </a:p>
        </p:txBody>
      </p:sp>
      <p:sp>
        <p:nvSpPr>
          <p:cNvPr id="4" name="Text 2"/>
          <p:cNvSpPr/>
          <p:nvPr/>
        </p:nvSpPr>
        <p:spPr>
          <a:xfrm>
            <a:off x="721638" y="2881313"/>
            <a:ext cx="6342102" cy="1319689"/>
          </a:xfrm>
          <a:prstGeom prst="rect">
            <a:avLst/>
          </a:prstGeom>
          <a:noFill/>
          <a:ln/>
        </p:spPr>
        <p:txBody>
          <a:bodyPr wrap="square" lIns="0" tIns="0" rIns="0" bIns="0" rtlCol="0" anchor="t"/>
          <a:lstStyle/>
          <a:p>
            <a:pPr marL="0" indent="0" algn="l">
              <a:lnSpc>
                <a:spcPts val="2550"/>
              </a:lnSpc>
              <a:buNone/>
            </a:pPr>
            <a:r>
              <a:rPr lang="en-US" sz="1600" b="1" dirty="0">
                <a:solidFill>
                  <a:srgbClr val="E5E0DF"/>
                </a:solidFill>
                <a:latin typeface="Roboto" pitchFamily="34" charset="0"/>
                <a:ea typeface="Roboto" pitchFamily="34" charset="-122"/>
                <a:cs typeface="Roboto" pitchFamily="34" charset="-120"/>
              </a:rPr>
              <a:t>Continuous innovation and collaboration are needed to stay ahead of misinformation.</a:t>
            </a:r>
            <a:r>
              <a:rPr lang="en-US" sz="1600" dirty="0">
                <a:solidFill>
                  <a:srgbClr val="E5E0DF"/>
                </a:solidFill>
                <a:latin typeface="Roboto" pitchFamily="34" charset="0"/>
                <a:ea typeface="Roboto" pitchFamily="34" charset="-122"/>
                <a:cs typeface="Roboto" pitchFamily="34" charset="-120"/>
              </a:rPr>
              <a:t> As fake news tactics evolve, so too must our detection methods, requiring ongoing research and development in AI and NLP.</a:t>
            </a:r>
            <a:endParaRPr lang="en-US" sz="1600" dirty="0"/>
          </a:p>
        </p:txBody>
      </p:sp>
      <p:sp>
        <p:nvSpPr>
          <p:cNvPr id="5" name="Text 3"/>
          <p:cNvSpPr/>
          <p:nvPr/>
        </p:nvSpPr>
        <p:spPr>
          <a:xfrm>
            <a:off x="721638" y="4386501"/>
            <a:ext cx="6342102" cy="1319689"/>
          </a:xfrm>
          <a:prstGeom prst="rect">
            <a:avLst/>
          </a:prstGeom>
          <a:noFill/>
          <a:ln/>
        </p:spPr>
        <p:txBody>
          <a:bodyPr wrap="square" lIns="0" tIns="0" rIns="0" bIns="0" rtlCol="0" anchor="t"/>
          <a:lstStyle/>
          <a:p>
            <a:pPr marL="0" indent="0" algn="l">
              <a:lnSpc>
                <a:spcPts val="2550"/>
              </a:lnSpc>
              <a:buNone/>
            </a:pPr>
            <a:r>
              <a:rPr lang="en-US" sz="1600" b="1" dirty="0">
                <a:solidFill>
                  <a:srgbClr val="E5E0DF"/>
                </a:solidFill>
                <a:latin typeface="Roboto" pitchFamily="34" charset="0"/>
                <a:ea typeface="Roboto" pitchFamily="34" charset="-122"/>
                <a:cs typeface="Roboto" pitchFamily="34" charset="-120"/>
              </a:rPr>
              <a:t>Together, technology and human vigilance can curb the viral spread of fake news.</a:t>
            </a:r>
            <a:r>
              <a:rPr lang="en-US" sz="1600" dirty="0">
                <a:solidFill>
                  <a:srgbClr val="E5E0DF"/>
                </a:solidFill>
                <a:latin typeface="Roboto" pitchFamily="34" charset="0"/>
                <a:ea typeface="Roboto" pitchFamily="34" charset="-122"/>
                <a:cs typeface="Roboto" pitchFamily="34" charset="-120"/>
              </a:rPr>
              <a:t> The fight against misinformation is a shared responsibility, combining the power of AI with critical thinking and media literacy.</a:t>
            </a:r>
            <a:endParaRPr lang="en-US" sz="1600" dirty="0"/>
          </a:p>
        </p:txBody>
      </p:sp>
      <p:pic>
        <p:nvPicPr>
          <p:cNvPr id="6" name="Image 0" descr="preencoded.png"/>
          <p:cNvPicPr>
            <a:picLocks noChangeAspect="1"/>
          </p:cNvPicPr>
          <p:nvPr/>
        </p:nvPicPr>
        <p:blipFill>
          <a:blip r:embed="rId3"/>
          <a:stretch>
            <a:fillRect/>
          </a:stretch>
        </p:blipFill>
        <p:spPr>
          <a:xfrm>
            <a:off x="7574280" y="1752481"/>
            <a:ext cx="6918960" cy="6342102"/>
          </a:xfrm>
          <a:prstGeom prst="rect">
            <a:avLst/>
          </a:prstGeom>
        </p:spPr>
      </p:pic>
      <mc:AlternateContent xmlns:mc="http://schemas.openxmlformats.org/markup-compatibility/2006">
        <mc:Choice xmlns:p14="http://schemas.microsoft.com/office/powerpoint/2010/main" Requires="p14">
          <p:contentPart p14:bwMode="auto" r:id="rId4">
            <p14:nvContentPartPr>
              <p14:cNvPr id="7" name="Ink 6">
                <a:extLst>
                  <a:ext uri="{FF2B5EF4-FFF2-40B4-BE49-F238E27FC236}">
                    <a16:creationId xmlns:a16="http://schemas.microsoft.com/office/drawing/2014/main" id="{847A4D61-4D39-E41F-B4B5-40624403229F}"/>
                  </a:ext>
                </a:extLst>
              </p14:cNvPr>
              <p14:cNvContentPartPr/>
              <p14:nvPr/>
            </p14:nvContentPartPr>
            <p14:xfrm>
              <a:off x="13060560" y="8092200"/>
              <a:ext cx="360" cy="360"/>
            </p14:xfrm>
          </p:contentPart>
        </mc:Choice>
        <mc:Fallback>
          <p:pic>
            <p:nvPicPr>
              <p:cNvPr id="7" name="Ink 6">
                <a:extLst>
                  <a:ext uri="{FF2B5EF4-FFF2-40B4-BE49-F238E27FC236}">
                    <a16:creationId xmlns:a16="http://schemas.microsoft.com/office/drawing/2014/main" id="{847A4D61-4D39-E41F-B4B5-40624403229F}"/>
                  </a:ext>
                </a:extLst>
              </p:cNvPr>
              <p:cNvPicPr/>
              <p:nvPr/>
            </p:nvPicPr>
            <p:blipFill>
              <a:blip r:embed="rId5"/>
              <a:stretch>
                <a:fillRect/>
              </a:stretch>
            </p:blipFill>
            <p:spPr>
              <a:xfrm>
                <a:off x="13006560" y="798456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8" name="Ink 7">
                <a:extLst>
                  <a:ext uri="{FF2B5EF4-FFF2-40B4-BE49-F238E27FC236}">
                    <a16:creationId xmlns:a16="http://schemas.microsoft.com/office/drawing/2014/main" id="{3ECFBA0A-A0CB-2739-1A4D-E99944A6BDB5}"/>
                  </a:ext>
                </a:extLst>
              </p14:cNvPr>
              <p14:cNvContentPartPr/>
              <p14:nvPr/>
            </p14:nvContentPartPr>
            <p14:xfrm>
              <a:off x="13350360" y="8107680"/>
              <a:ext cx="145440" cy="15840"/>
            </p14:xfrm>
          </p:contentPart>
        </mc:Choice>
        <mc:Fallback>
          <p:pic>
            <p:nvPicPr>
              <p:cNvPr id="8" name="Ink 7">
                <a:extLst>
                  <a:ext uri="{FF2B5EF4-FFF2-40B4-BE49-F238E27FC236}">
                    <a16:creationId xmlns:a16="http://schemas.microsoft.com/office/drawing/2014/main" id="{3ECFBA0A-A0CB-2739-1A4D-E99944A6BDB5}"/>
                  </a:ext>
                </a:extLst>
              </p:cNvPr>
              <p:cNvPicPr/>
              <p:nvPr/>
            </p:nvPicPr>
            <p:blipFill>
              <a:blip r:embed="rId7"/>
              <a:stretch>
                <a:fillRect/>
              </a:stretch>
            </p:blipFill>
            <p:spPr>
              <a:xfrm>
                <a:off x="13296360" y="7999680"/>
                <a:ext cx="253080" cy="2314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9" name="Ink 8">
                <a:extLst>
                  <a:ext uri="{FF2B5EF4-FFF2-40B4-BE49-F238E27FC236}">
                    <a16:creationId xmlns:a16="http://schemas.microsoft.com/office/drawing/2014/main" id="{79C7268A-F61B-B2A7-79CE-B9D2DBF69306}"/>
                  </a:ext>
                </a:extLst>
              </p14:cNvPr>
              <p14:cNvContentPartPr/>
              <p14:nvPr/>
            </p14:nvContentPartPr>
            <p14:xfrm>
              <a:off x="13685520" y="8061960"/>
              <a:ext cx="129600" cy="360"/>
            </p14:xfrm>
          </p:contentPart>
        </mc:Choice>
        <mc:Fallback>
          <p:pic>
            <p:nvPicPr>
              <p:cNvPr id="9" name="Ink 8">
                <a:extLst>
                  <a:ext uri="{FF2B5EF4-FFF2-40B4-BE49-F238E27FC236}">
                    <a16:creationId xmlns:a16="http://schemas.microsoft.com/office/drawing/2014/main" id="{79C7268A-F61B-B2A7-79CE-B9D2DBF69306}"/>
                  </a:ext>
                </a:extLst>
              </p:cNvPr>
              <p:cNvPicPr/>
              <p:nvPr/>
            </p:nvPicPr>
            <p:blipFill>
              <a:blip r:embed="rId9"/>
              <a:stretch>
                <a:fillRect/>
              </a:stretch>
            </p:blipFill>
            <p:spPr>
              <a:xfrm>
                <a:off x="13631520" y="7953960"/>
                <a:ext cx="23724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0" name="Ink 9">
                <a:extLst>
                  <a:ext uri="{FF2B5EF4-FFF2-40B4-BE49-F238E27FC236}">
                    <a16:creationId xmlns:a16="http://schemas.microsoft.com/office/drawing/2014/main" id="{99763BC1-1AF3-C016-0F5C-9FD8D97E6946}"/>
                  </a:ext>
                </a:extLst>
              </p14:cNvPr>
              <p14:cNvContentPartPr/>
              <p14:nvPr/>
            </p14:nvContentPartPr>
            <p14:xfrm>
              <a:off x="14020680" y="8061960"/>
              <a:ext cx="27720" cy="360"/>
            </p14:xfrm>
          </p:contentPart>
        </mc:Choice>
        <mc:Fallback>
          <p:pic>
            <p:nvPicPr>
              <p:cNvPr id="10" name="Ink 9">
                <a:extLst>
                  <a:ext uri="{FF2B5EF4-FFF2-40B4-BE49-F238E27FC236}">
                    <a16:creationId xmlns:a16="http://schemas.microsoft.com/office/drawing/2014/main" id="{99763BC1-1AF3-C016-0F5C-9FD8D97E6946}"/>
                  </a:ext>
                </a:extLst>
              </p:cNvPr>
              <p:cNvPicPr/>
              <p:nvPr/>
            </p:nvPicPr>
            <p:blipFill>
              <a:blip r:embed="rId11"/>
              <a:stretch>
                <a:fillRect/>
              </a:stretch>
            </p:blipFill>
            <p:spPr>
              <a:xfrm>
                <a:off x="13966680" y="7953960"/>
                <a:ext cx="1353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1" name="Ink 10">
                <a:extLst>
                  <a:ext uri="{FF2B5EF4-FFF2-40B4-BE49-F238E27FC236}">
                    <a16:creationId xmlns:a16="http://schemas.microsoft.com/office/drawing/2014/main" id="{9B4B5A83-1ADF-A0C1-45F9-2A02487C586B}"/>
                  </a:ext>
                </a:extLst>
              </p14:cNvPr>
              <p14:cNvContentPartPr/>
              <p14:nvPr/>
            </p14:nvContentPartPr>
            <p14:xfrm>
              <a:off x="14233800" y="8061960"/>
              <a:ext cx="56880" cy="360"/>
            </p14:xfrm>
          </p:contentPart>
        </mc:Choice>
        <mc:Fallback>
          <p:pic>
            <p:nvPicPr>
              <p:cNvPr id="11" name="Ink 10">
                <a:extLst>
                  <a:ext uri="{FF2B5EF4-FFF2-40B4-BE49-F238E27FC236}">
                    <a16:creationId xmlns:a16="http://schemas.microsoft.com/office/drawing/2014/main" id="{9B4B5A83-1ADF-A0C1-45F9-2A02487C586B}"/>
                  </a:ext>
                </a:extLst>
              </p:cNvPr>
              <p:cNvPicPr/>
              <p:nvPr/>
            </p:nvPicPr>
            <p:blipFill>
              <a:blip r:embed="rId13"/>
              <a:stretch>
                <a:fillRect/>
              </a:stretch>
            </p:blipFill>
            <p:spPr>
              <a:xfrm>
                <a:off x="14179800" y="7953960"/>
                <a:ext cx="1645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2" name="Ink 11">
                <a:extLst>
                  <a:ext uri="{FF2B5EF4-FFF2-40B4-BE49-F238E27FC236}">
                    <a16:creationId xmlns:a16="http://schemas.microsoft.com/office/drawing/2014/main" id="{CC3A9B22-EC21-1B65-F755-3743E2BD34C2}"/>
                  </a:ext>
                </a:extLst>
              </p14:cNvPr>
              <p14:cNvContentPartPr/>
              <p14:nvPr/>
            </p14:nvContentPartPr>
            <p14:xfrm>
              <a:off x="14341080" y="8061960"/>
              <a:ext cx="27360" cy="360"/>
            </p14:xfrm>
          </p:contentPart>
        </mc:Choice>
        <mc:Fallback>
          <p:pic>
            <p:nvPicPr>
              <p:cNvPr id="12" name="Ink 11">
                <a:extLst>
                  <a:ext uri="{FF2B5EF4-FFF2-40B4-BE49-F238E27FC236}">
                    <a16:creationId xmlns:a16="http://schemas.microsoft.com/office/drawing/2014/main" id="{CC3A9B22-EC21-1B65-F755-3743E2BD34C2}"/>
                  </a:ext>
                </a:extLst>
              </p:cNvPr>
              <p:cNvPicPr/>
              <p:nvPr/>
            </p:nvPicPr>
            <p:blipFill>
              <a:blip r:embed="rId11"/>
              <a:stretch>
                <a:fillRect/>
              </a:stretch>
            </p:blipFill>
            <p:spPr>
              <a:xfrm>
                <a:off x="14287080" y="7953960"/>
                <a:ext cx="135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3" name="Ink 12">
                <a:extLst>
                  <a:ext uri="{FF2B5EF4-FFF2-40B4-BE49-F238E27FC236}">
                    <a16:creationId xmlns:a16="http://schemas.microsoft.com/office/drawing/2014/main" id="{D05316B4-94FD-5D2C-3A97-44DCE274F5B0}"/>
                  </a:ext>
                </a:extLst>
              </p14:cNvPr>
              <p14:cNvContentPartPr/>
              <p14:nvPr/>
            </p14:nvContentPartPr>
            <p14:xfrm>
              <a:off x="14205360" y="8061960"/>
              <a:ext cx="105480" cy="360"/>
            </p14:xfrm>
          </p:contentPart>
        </mc:Choice>
        <mc:Fallback>
          <p:pic>
            <p:nvPicPr>
              <p:cNvPr id="13" name="Ink 12">
                <a:extLst>
                  <a:ext uri="{FF2B5EF4-FFF2-40B4-BE49-F238E27FC236}">
                    <a16:creationId xmlns:a16="http://schemas.microsoft.com/office/drawing/2014/main" id="{D05316B4-94FD-5D2C-3A97-44DCE274F5B0}"/>
                  </a:ext>
                </a:extLst>
              </p:cNvPr>
              <p:cNvPicPr/>
              <p:nvPr/>
            </p:nvPicPr>
            <p:blipFill>
              <a:blip r:embed="rId16"/>
              <a:stretch>
                <a:fillRect/>
              </a:stretch>
            </p:blipFill>
            <p:spPr>
              <a:xfrm>
                <a:off x="14151360" y="7953960"/>
                <a:ext cx="2131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4" name="Ink 13">
                <a:extLst>
                  <a:ext uri="{FF2B5EF4-FFF2-40B4-BE49-F238E27FC236}">
                    <a16:creationId xmlns:a16="http://schemas.microsoft.com/office/drawing/2014/main" id="{B76E9974-7259-49DF-8DDD-006F3F24BB4F}"/>
                  </a:ext>
                </a:extLst>
              </p14:cNvPr>
              <p14:cNvContentPartPr/>
              <p14:nvPr/>
            </p14:nvContentPartPr>
            <p14:xfrm>
              <a:off x="13918800" y="8061960"/>
              <a:ext cx="56880" cy="360"/>
            </p14:xfrm>
          </p:contentPart>
        </mc:Choice>
        <mc:Fallback>
          <p:pic>
            <p:nvPicPr>
              <p:cNvPr id="14" name="Ink 13">
                <a:extLst>
                  <a:ext uri="{FF2B5EF4-FFF2-40B4-BE49-F238E27FC236}">
                    <a16:creationId xmlns:a16="http://schemas.microsoft.com/office/drawing/2014/main" id="{B76E9974-7259-49DF-8DDD-006F3F24BB4F}"/>
                  </a:ext>
                </a:extLst>
              </p:cNvPr>
              <p:cNvPicPr/>
              <p:nvPr/>
            </p:nvPicPr>
            <p:blipFill>
              <a:blip r:embed="rId13"/>
              <a:stretch>
                <a:fillRect/>
              </a:stretch>
            </p:blipFill>
            <p:spPr>
              <a:xfrm>
                <a:off x="13864800" y="7953960"/>
                <a:ext cx="1645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5" name="Ink 14">
                <a:extLst>
                  <a:ext uri="{FF2B5EF4-FFF2-40B4-BE49-F238E27FC236}">
                    <a16:creationId xmlns:a16="http://schemas.microsoft.com/office/drawing/2014/main" id="{72C94272-B41C-B20B-EEF1-17E4326838BD}"/>
                  </a:ext>
                </a:extLst>
              </p14:cNvPr>
              <p14:cNvContentPartPr/>
              <p14:nvPr/>
            </p14:nvContentPartPr>
            <p14:xfrm>
              <a:off x="13719000" y="8031360"/>
              <a:ext cx="28080" cy="360"/>
            </p14:xfrm>
          </p:contentPart>
        </mc:Choice>
        <mc:Fallback>
          <p:pic>
            <p:nvPicPr>
              <p:cNvPr id="15" name="Ink 14">
                <a:extLst>
                  <a:ext uri="{FF2B5EF4-FFF2-40B4-BE49-F238E27FC236}">
                    <a16:creationId xmlns:a16="http://schemas.microsoft.com/office/drawing/2014/main" id="{72C94272-B41C-B20B-EEF1-17E4326838BD}"/>
                  </a:ext>
                </a:extLst>
              </p:cNvPr>
              <p:cNvPicPr/>
              <p:nvPr/>
            </p:nvPicPr>
            <p:blipFill>
              <a:blip r:embed="rId11"/>
              <a:stretch>
                <a:fillRect/>
              </a:stretch>
            </p:blipFill>
            <p:spPr>
              <a:xfrm>
                <a:off x="13665000" y="7923720"/>
                <a:ext cx="1357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6" name="Ink 15">
                <a:extLst>
                  <a:ext uri="{FF2B5EF4-FFF2-40B4-BE49-F238E27FC236}">
                    <a16:creationId xmlns:a16="http://schemas.microsoft.com/office/drawing/2014/main" id="{DD92CBF9-3CBD-377F-7CAB-67FC6D2FB2BB}"/>
                  </a:ext>
                </a:extLst>
              </p14:cNvPr>
              <p14:cNvContentPartPr/>
              <p14:nvPr/>
            </p14:nvContentPartPr>
            <p14:xfrm>
              <a:off x="13398240" y="8031360"/>
              <a:ext cx="119880" cy="360"/>
            </p14:xfrm>
          </p:contentPart>
        </mc:Choice>
        <mc:Fallback>
          <p:pic>
            <p:nvPicPr>
              <p:cNvPr id="16" name="Ink 15">
                <a:extLst>
                  <a:ext uri="{FF2B5EF4-FFF2-40B4-BE49-F238E27FC236}">
                    <a16:creationId xmlns:a16="http://schemas.microsoft.com/office/drawing/2014/main" id="{DD92CBF9-3CBD-377F-7CAB-67FC6D2FB2BB}"/>
                  </a:ext>
                </a:extLst>
              </p:cNvPr>
              <p:cNvPicPr/>
              <p:nvPr/>
            </p:nvPicPr>
            <p:blipFill>
              <a:blip r:embed="rId20"/>
              <a:stretch>
                <a:fillRect/>
              </a:stretch>
            </p:blipFill>
            <p:spPr>
              <a:xfrm>
                <a:off x="13344600" y="7923720"/>
                <a:ext cx="22752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7" name="Ink 16">
                <a:extLst>
                  <a:ext uri="{FF2B5EF4-FFF2-40B4-BE49-F238E27FC236}">
                    <a16:creationId xmlns:a16="http://schemas.microsoft.com/office/drawing/2014/main" id="{B4F9F9C4-9B17-7DFA-9F97-BC1EFEE1F6A0}"/>
                  </a:ext>
                </a:extLst>
              </p14:cNvPr>
              <p14:cNvContentPartPr/>
              <p14:nvPr/>
            </p14:nvContentPartPr>
            <p14:xfrm>
              <a:off x="13222200" y="8031360"/>
              <a:ext cx="6120" cy="360"/>
            </p14:xfrm>
          </p:contentPart>
        </mc:Choice>
        <mc:Fallback>
          <p:pic>
            <p:nvPicPr>
              <p:cNvPr id="17" name="Ink 16">
                <a:extLst>
                  <a:ext uri="{FF2B5EF4-FFF2-40B4-BE49-F238E27FC236}">
                    <a16:creationId xmlns:a16="http://schemas.microsoft.com/office/drawing/2014/main" id="{B4F9F9C4-9B17-7DFA-9F97-BC1EFEE1F6A0}"/>
                  </a:ext>
                </a:extLst>
              </p:cNvPr>
              <p:cNvPicPr/>
              <p:nvPr/>
            </p:nvPicPr>
            <p:blipFill>
              <a:blip r:embed="rId22"/>
              <a:stretch>
                <a:fillRect/>
              </a:stretch>
            </p:blipFill>
            <p:spPr>
              <a:xfrm>
                <a:off x="13168200" y="7923720"/>
                <a:ext cx="1137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8" name="Ink 17">
                <a:extLst>
                  <a:ext uri="{FF2B5EF4-FFF2-40B4-BE49-F238E27FC236}">
                    <a16:creationId xmlns:a16="http://schemas.microsoft.com/office/drawing/2014/main" id="{A54ABAD9-042E-5C7C-C8F9-ED5078A2C263}"/>
                  </a:ext>
                </a:extLst>
              </p14:cNvPr>
              <p14:cNvContentPartPr/>
              <p14:nvPr/>
            </p14:nvContentPartPr>
            <p14:xfrm>
              <a:off x="13121400" y="8031360"/>
              <a:ext cx="360" cy="6120"/>
            </p14:xfrm>
          </p:contentPart>
        </mc:Choice>
        <mc:Fallback>
          <p:pic>
            <p:nvPicPr>
              <p:cNvPr id="18" name="Ink 17">
                <a:extLst>
                  <a:ext uri="{FF2B5EF4-FFF2-40B4-BE49-F238E27FC236}">
                    <a16:creationId xmlns:a16="http://schemas.microsoft.com/office/drawing/2014/main" id="{A54ABAD9-042E-5C7C-C8F9-ED5078A2C263}"/>
                  </a:ext>
                </a:extLst>
              </p:cNvPr>
              <p:cNvPicPr/>
              <p:nvPr/>
            </p:nvPicPr>
            <p:blipFill>
              <a:blip r:embed="rId24"/>
              <a:stretch>
                <a:fillRect/>
              </a:stretch>
            </p:blipFill>
            <p:spPr>
              <a:xfrm>
                <a:off x="13067760" y="7923720"/>
                <a:ext cx="108000" cy="22176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9" name="Ink 18">
                <a:extLst>
                  <a:ext uri="{FF2B5EF4-FFF2-40B4-BE49-F238E27FC236}">
                    <a16:creationId xmlns:a16="http://schemas.microsoft.com/office/drawing/2014/main" id="{B9FCC2C2-1759-6D0D-5F52-2A570E060BCB}"/>
                  </a:ext>
                </a:extLst>
              </p14:cNvPr>
              <p14:cNvContentPartPr/>
              <p14:nvPr/>
            </p14:nvContentPartPr>
            <p14:xfrm>
              <a:off x="13121400" y="8046480"/>
              <a:ext cx="6120" cy="360"/>
            </p14:xfrm>
          </p:contentPart>
        </mc:Choice>
        <mc:Fallback>
          <p:pic>
            <p:nvPicPr>
              <p:cNvPr id="19" name="Ink 18">
                <a:extLst>
                  <a:ext uri="{FF2B5EF4-FFF2-40B4-BE49-F238E27FC236}">
                    <a16:creationId xmlns:a16="http://schemas.microsoft.com/office/drawing/2014/main" id="{B9FCC2C2-1759-6D0D-5F52-2A570E060BCB}"/>
                  </a:ext>
                </a:extLst>
              </p:cNvPr>
              <p:cNvPicPr/>
              <p:nvPr/>
            </p:nvPicPr>
            <p:blipFill>
              <a:blip r:embed="rId22"/>
              <a:stretch>
                <a:fillRect/>
              </a:stretch>
            </p:blipFill>
            <p:spPr>
              <a:xfrm>
                <a:off x="13067760" y="7938480"/>
                <a:ext cx="1137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20" name="Ink 19">
                <a:extLst>
                  <a:ext uri="{FF2B5EF4-FFF2-40B4-BE49-F238E27FC236}">
                    <a16:creationId xmlns:a16="http://schemas.microsoft.com/office/drawing/2014/main" id="{AB3A3DE2-11DE-5AA6-106D-6CCA51DA94F2}"/>
                  </a:ext>
                </a:extLst>
              </p14:cNvPr>
              <p14:cNvContentPartPr/>
              <p14:nvPr/>
            </p14:nvContentPartPr>
            <p14:xfrm>
              <a:off x="13578960" y="8022000"/>
              <a:ext cx="140760" cy="9720"/>
            </p14:xfrm>
          </p:contentPart>
        </mc:Choice>
        <mc:Fallback>
          <p:pic>
            <p:nvPicPr>
              <p:cNvPr id="20" name="Ink 19">
                <a:extLst>
                  <a:ext uri="{FF2B5EF4-FFF2-40B4-BE49-F238E27FC236}">
                    <a16:creationId xmlns:a16="http://schemas.microsoft.com/office/drawing/2014/main" id="{AB3A3DE2-11DE-5AA6-106D-6CCA51DA94F2}"/>
                  </a:ext>
                </a:extLst>
              </p:cNvPr>
              <p:cNvPicPr/>
              <p:nvPr/>
            </p:nvPicPr>
            <p:blipFill>
              <a:blip r:embed="rId27"/>
              <a:stretch>
                <a:fillRect/>
              </a:stretch>
            </p:blipFill>
            <p:spPr>
              <a:xfrm>
                <a:off x="13524960" y="7914000"/>
                <a:ext cx="248400" cy="22536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21" name="Ink 20">
                <a:extLst>
                  <a:ext uri="{FF2B5EF4-FFF2-40B4-BE49-F238E27FC236}">
                    <a16:creationId xmlns:a16="http://schemas.microsoft.com/office/drawing/2014/main" id="{9A681971-EA09-4247-E404-B1754EECD3C6}"/>
                  </a:ext>
                </a:extLst>
              </p14:cNvPr>
              <p14:cNvContentPartPr/>
              <p14:nvPr/>
            </p14:nvContentPartPr>
            <p14:xfrm>
              <a:off x="13883520" y="8000760"/>
              <a:ext cx="6120" cy="360"/>
            </p14:xfrm>
          </p:contentPart>
        </mc:Choice>
        <mc:Fallback>
          <p:pic>
            <p:nvPicPr>
              <p:cNvPr id="21" name="Ink 20">
                <a:extLst>
                  <a:ext uri="{FF2B5EF4-FFF2-40B4-BE49-F238E27FC236}">
                    <a16:creationId xmlns:a16="http://schemas.microsoft.com/office/drawing/2014/main" id="{9A681971-EA09-4247-E404-B1754EECD3C6}"/>
                  </a:ext>
                </a:extLst>
              </p:cNvPr>
              <p:cNvPicPr/>
              <p:nvPr/>
            </p:nvPicPr>
            <p:blipFill>
              <a:blip r:embed="rId22"/>
              <a:stretch>
                <a:fillRect/>
              </a:stretch>
            </p:blipFill>
            <p:spPr>
              <a:xfrm>
                <a:off x="13829880" y="7893120"/>
                <a:ext cx="1137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22" name="Ink 21">
                <a:extLst>
                  <a:ext uri="{FF2B5EF4-FFF2-40B4-BE49-F238E27FC236}">
                    <a16:creationId xmlns:a16="http://schemas.microsoft.com/office/drawing/2014/main" id="{4EAEF586-7A6D-729C-5352-90C54546A484}"/>
                  </a:ext>
                </a:extLst>
              </p14:cNvPr>
              <p14:cNvContentPartPr/>
              <p14:nvPr/>
            </p14:nvContentPartPr>
            <p14:xfrm>
              <a:off x="13325520" y="8015880"/>
              <a:ext cx="299160" cy="75960"/>
            </p14:xfrm>
          </p:contentPart>
        </mc:Choice>
        <mc:Fallback>
          <p:pic>
            <p:nvPicPr>
              <p:cNvPr id="22" name="Ink 21">
                <a:extLst>
                  <a:ext uri="{FF2B5EF4-FFF2-40B4-BE49-F238E27FC236}">
                    <a16:creationId xmlns:a16="http://schemas.microsoft.com/office/drawing/2014/main" id="{4EAEF586-7A6D-729C-5352-90C54546A484}"/>
                  </a:ext>
                </a:extLst>
              </p:cNvPr>
              <p:cNvPicPr/>
              <p:nvPr/>
            </p:nvPicPr>
            <p:blipFill>
              <a:blip r:embed="rId30"/>
              <a:stretch>
                <a:fillRect/>
              </a:stretch>
            </p:blipFill>
            <p:spPr>
              <a:xfrm>
                <a:off x="13271520" y="7907880"/>
                <a:ext cx="406800" cy="29160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3" name="Ink 22">
                <a:extLst>
                  <a:ext uri="{FF2B5EF4-FFF2-40B4-BE49-F238E27FC236}">
                    <a16:creationId xmlns:a16="http://schemas.microsoft.com/office/drawing/2014/main" id="{F84B0E11-514B-9CA4-E287-660AAD13AB0D}"/>
                  </a:ext>
                </a:extLst>
              </p14:cNvPr>
              <p14:cNvContentPartPr/>
              <p14:nvPr/>
            </p14:nvContentPartPr>
            <p14:xfrm>
              <a:off x="13014840" y="8123160"/>
              <a:ext cx="360" cy="360"/>
            </p14:xfrm>
          </p:contentPart>
        </mc:Choice>
        <mc:Fallback>
          <p:pic>
            <p:nvPicPr>
              <p:cNvPr id="23" name="Ink 22">
                <a:extLst>
                  <a:ext uri="{FF2B5EF4-FFF2-40B4-BE49-F238E27FC236}">
                    <a16:creationId xmlns:a16="http://schemas.microsoft.com/office/drawing/2014/main" id="{F84B0E11-514B-9CA4-E287-660AAD13AB0D}"/>
                  </a:ext>
                </a:extLst>
              </p:cNvPr>
              <p:cNvPicPr/>
              <p:nvPr/>
            </p:nvPicPr>
            <p:blipFill>
              <a:blip r:embed="rId5"/>
              <a:stretch>
                <a:fillRect/>
              </a:stretch>
            </p:blipFill>
            <p:spPr>
              <a:xfrm>
                <a:off x="12961200" y="801516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4" name="Ink 23">
                <a:extLst>
                  <a:ext uri="{FF2B5EF4-FFF2-40B4-BE49-F238E27FC236}">
                    <a16:creationId xmlns:a16="http://schemas.microsoft.com/office/drawing/2014/main" id="{8431E45C-AC44-BC9E-E901-7645A2AE3534}"/>
                  </a:ext>
                </a:extLst>
              </p14:cNvPr>
              <p14:cNvContentPartPr/>
              <p14:nvPr/>
            </p14:nvContentPartPr>
            <p14:xfrm>
              <a:off x="13014840" y="8097240"/>
              <a:ext cx="27720" cy="26280"/>
            </p14:xfrm>
          </p:contentPart>
        </mc:Choice>
        <mc:Fallback>
          <p:pic>
            <p:nvPicPr>
              <p:cNvPr id="24" name="Ink 23">
                <a:extLst>
                  <a:ext uri="{FF2B5EF4-FFF2-40B4-BE49-F238E27FC236}">
                    <a16:creationId xmlns:a16="http://schemas.microsoft.com/office/drawing/2014/main" id="{8431E45C-AC44-BC9E-E901-7645A2AE3534}"/>
                  </a:ext>
                </a:extLst>
              </p:cNvPr>
              <p:cNvPicPr/>
              <p:nvPr/>
            </p:nvPicPr>
            <p:blipFill>
              <a:blip r:embed="rId33"/>
              <a:stretch>
                <a:fillRect/>
              </a:stretch>
            </p:blipFill>
            <p:spPr>
              <a:xfrm>
                <a:off x="12961200" y="7989240"/>
                <a:ext cx="135360" cy="24192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5" name="Ink 24">
                <a:extLst>
                  <a:ext uri="{FF2B5EF4-FFF2-40B4-BE49-F238E27FC236}">
                    <a16:creationId xmlns:a16="http://schemas.microsoft.com/office/drawing/2014/main" id="{739D42AD-01EF-3502-EC55-8FB90B479A52}"/>
                  </a:ext>
                </a:extLst>
              </p14:cNvPr>
              <p14:cNvContentPartPr/>
              <p14:nvPr/>
            </p14:nvContentPartPr>
            <p14:xfrm>
              <a:off x="13593720" y="8092560"/>
              <a:ext cx="144000" cy="360"/>
            </p14:xfrm>
          </p:contentPart>
        </mc:Choice>
        <mc:Fallback>
          <p:pic>
            <p:nvPicPr>
              <p:cNvPr id="25" name="Ink 24">
                <a:extLst>
                  <a:ext uri="{FF2B5EF4-FFF2-40B4-BE49-F238E27FC236}">
                    <a16:creationId xmlns:a16="http://schemas.microsoft.com/office/drawing/2014/main" id="{739D42AD-01EF-3502-EC55-8FB90B479A52}"/>
                  </a:ext>
                </a:extLst>
              </p:cNvPr>
              <p:cNvPicPr/>
              <p:nvPr/>
            </p:nvPicPr>
            <p:blipFill>
              <a:blip r:embed="rId35"/>
              <a:stretch>
                <a:fillRect/>
              </a:stretch>
            </p:blipFill>
            <p:spPr>
              <a:xfrm>
                <a:off x="13540080" y="7984560"/>
                <a:ext cx="25164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6" name="Ink 25">
                <a:extLst>
                  <a:ext uri="{FF2B5EF4-FFF2-40B4-BE49-F238E27FC236}">
                    <a16:creationId xmlns:a16="http://schemas.microsoft.com/office/drawing/2014/main" id="{F4A1F55A-5BB0-4D33-0C8A-D713B1A68B28}"/>
                  </a:ext>
                </a:extLst>
              </p14:cNvPr>
              <p14:cNvContentPartPr/>
              <p14:nvPr/>
            </p14:nvContentPartPr>
            <p14:xfrm>
              <a:off x="14173320" y="8092560"/>
              <a:ext cx="27360" cy="360"/>
            </p14:xfrm>
          </p:contentPart>
        </mc:Choice>
        <mc:Fallback>
          <p:pic>
            <p:nvPicPr>
              <p:cNvPr id="26" name="Ink 25">
                <a:extLst>
                  <a:ext uri="{FF2B5EF4-FFF2-40B4-BE49-F238E27FC236}">
                    <a16:creationId xmlns:a16="http://schemas.microsoft.com/office/drawing/2014/main" id="{F4A1F55A-5BB0-4D33-0C8A-D713B1A68B28}"/>
                  </a:ext>
                </a:extLst>
              </p:cNvPr>
              <p:cNvPicPr/>
              <p:nvPr/>
            </p:nvPicPr>
            <p:blipFill>
              <a:blip r:embed="rId11"/>
              <a:stretch>
                <a:fillRect/>
              </a:stretch>
            </p:blipFill>
            <p:spPr>
              <a:xfrm>
                <a:off x="14119320" y="7984560"/>
                <a:ext cx="135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7" name="Ink 26">
                <a:extLst>
                  <a:ext uri="{FF2B5EF4-FFF2-40B4-BE49-F238E27FC236}">
                    <a16:creationId xmlns:a16="http://schemas.microsoft.com/office/drawing/2014/main" id="{235D31E4-EE2E-F3E1-BB2B-C92F7334C076}"/>
                  </a:ext>
                </a:extLst>
              </p14:cNvPr>
              <p14:cNvContentPartPr/>
              <p14:nvPr/>
            </p14:nvContentPartPr>
            <p14:xfrm>
              <a:off x="14249280" y="8082840"/>
              <a:ext cx="32040" cy="9720"/>
            </p14:xfrm>
          </p:contentPart>
        </mc:Choice>
        <mc:Fallback>
          <p:pic>
            <p:nvPicPr>
              <p:cNvPr id="27" name="Ink 26">
                <a:extLst>
                  <a:ext uri="{FF2B5EF4-FFF2-40B4-BE49-F238E27FC236}">
                    <a16:creationId xmlns:a16="http://schemas.microsoft.com/office/drawing/2014/main" id="{235D31E4-EE2E-F3E1-BB2B-C92F7334C076}"/>
                  </a:ext>
                </a:extLst>
              </p:cNvPr>
              <p:cNvPicPr/>
              <p:nvPr/>
            </p:nvPicPr>
            <p:blipFill>
              <a:blip r:embed="rId38"/>
              <a:stretch>
                <a:fillRect/>
              </a:stretch>
            </p:blipFill>
            <p:spPr>
              <a:xfrm>
                <a:off x="14195640" y="7975200"/>
                <a:ext cx="139680" cy="22536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8" name="Ink 27">
                <a:extLst>
                  <a:ext uri="{FF2B5EF4-FFF2-40B4-BE49-F238E27FC236}">
                    <a16:creationId xmlns:a16="http://schemas.microsoft.com/office/drawing/2014/main" id="{ACDC6A46-2AF8-2FBB-7053-8E6B6CDED8FB}"/>
                  </a:ext>
                </a:extLst>
              </p14:cNvPr>
              <p14:cNvContentPartPr/>
              <p14:nvPr/>
            </p14:nvContentPartPr>
            <p14:xfrm>
              <a:off x="14386440" y="8055840"/>
              <a:ext cx="21600" cy="6480"/>
            </p14:xfrm>
          </p:contentPart>
        </mc:Choice>
        <mc:Fallback>
          <p:pic>
            <p:nvPicPr>
              <p:cNvPr id="28" name="Ink 27">
                <a:extLst>
                  <a:ext uri="{FF2B5EF4-FFF2-40B4-BE49-F238E27FC236}">
                    <a16:creationId xmlns:a16="http://schemas.microsoft.com/office/drawing/2014/main" id="{ACDC6A46-2AF8-2FBB-7053-8E6B6CDED8FB}"/>
                  </a:ext>
                </a:extLst>
              </p:cNvPr>
              <p:cNvPicPr/>
              <p:nvPr/>
            </p:nvPicPr>
            <p:blipFill>
              <a:blip r:embed="rId40"/>
              <a:stretch>
                <a:fillRect/>
              </a:stretch>
            </p:blipFill>
            <p:spPr>
              <a:xfrm>
                <a:off x="14332440" y="7947840"/>
                <a:ext cx="129240" cy="22212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9" name="Ink 28">
                <a:extLst>
                  <a:ext uri="{FF2B5EF4-FFF2-40B4-BE49-F238E27FC236}">
                    <a16:creationId xmlns:a16="http://schemas.microsoft.com/office/drawing/2014/main" id="{A31C005F-8A8E-522B-8A9F-1E645FA097F2}"/>
                  </a:ext>
                </a:extLst>
              </p14:cNvPr>
              <p14:cNvContentPartPr/>
              <p14:nvPr/>
            </p14:nvContentPartPr>
            <p14:xfrm>
              <a:off x="14477880" y="8040360"/>
              <a:ext cx="360" cy="6120"/>
            </p14:xfrm>
          </p:contentPart>
        </mc:Choice>
        <mc:Fallback>
          <p:pic>
            <p:nvPicPr>
              <p:cNvPr id="29" name="Ink 28">
                <a:extLst>
                  <a:ext uri="{FF2B5EF4-FFF2-40B4-BE49-F238E27FC236}">
                    <a16:creationId xmlns:a16="http://schemas.microsoft.com/office/drawing/2014/main" id="{A31C005F-8A8E-522B-8A9F-1E645FA097F2}"/>
                  </a:ext>
                </a:extLst>
              </p:cNvPr>
              <p:cNvPicPr/>
              <p:nvPr/>
            </p:nvPicPr>
            <p:blipFill>
              <a:blip r:embed="rId24"/>
              <a:stretch>
                <a:fillRect/>
              </a:stretch>
            </p:blipFill>
            <p:spPr>
              <a:xfrm>
                <a:off x="14424240" y="7932720"/>
                <a:ext cx="108000" cy="22176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30" name="Ink 29">
                <a:extLst>
                  <a:ext uri="{FF2B5EF4-FFF2-40B4-BE49-F238E27FC236}">
                    <a16:creationId xmlns:a16="http://schemas.microsoft.com/office/drawing/2014/main" id="{EB8D3F83-BEF7-7043-0C0B-767126C219D1}"/>
                  </a:ext>
                </a:extLst>
              </p14:cNvPr>
              <p14:cNvContentPartPr/>
              <p14:nvPr/>
            </p14:nvContentPartPr>
            <p14:xfrm>
              <a:off x="14523600" y="8009760"/>
              <a:ext cx="360" cy="6120"/>
            </p14:xfrm>
          </p:contentPart>
        </mc:Choice>
        <mc:Fallback>
          <p:pic>
            <p:nvPicPr>
              <p:cNvPr id="30" name="Ink 29">
                <a:extLst>
                  <a:ext uri="{FF2B5EF4-FFF2-40B4-BE49-F238E27FC236}">
                    <a16:creationId xmlns:a16="http://schemas.microsoft.com/office/drawing/2014/main" id="{EB8D3F83-BEF7-7043-0C0B-767126C219D1}"/>
                  </a:ext>
                </a:extLst>
              </p:cNvPr>
              <p:cNvPicPr/>
              <p:nvPr/>
            </p:nvPicPr>
            <p:blipFill>
              <a:blip r:embed="rId24"/>
              <a:stretch>
                <a:fillRect/>
              </a:stretch>
            </p:blipFill>
            <p:spPr>
              <a:xfrm>
                <a:off x="14469600" y="7902120"/>
                <a:ext cx="108000" cy="22176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31" name="Ink 30">
                <a:extLst>
                  <a:ext uri="{FF2B5EF4-FFF2-40B4-BE49-F238E27FC236}">
                    <a16:creationId xmlns:a16="http://schemas.microsoft.com/office/drawing/2014/main" id="{1D9A16CA-ACEA-36FD-D577-6EC78F401D1D}"/>
                  </a:ext>
                </a:extLst>
              </p14:cNvPr>
              <p14:cNvContentPartPr/>
              <p14:nvPr/>
            </p14:nvContentPartPr>
            <p14:xfrm>
              <a:off x="14406240" y="7985280"/>
              <a:ext cx="56520" cy="360"/>
            </p14:xfrm>
          </p:contentPart>
        </mc:Choice>
        <mc:Fallback>
          <p:pic>
            <p:nvPicPr>
              <p:cNvPr id="31" name="Ink 30">
                <a:extLst>
                  <a:ext uri="{FF2B5EF4-FFF2-40B4-BE49-F238E27FC236}">
                    <a16:creationId xmlns:a16="http://schemas.microsoft.com/office/drawing/2014/main" id="{1D9A16CA-ACEA-36FD-D577-6EC78F401D1D}"/>
                  </a:ext>
                </a:extLst>
              </p:cNvPr>
              <p:cNvPicPr/>
              <p:nvPr/>
            </p:nvPicPr>
            <p:blipFill>
              <a:blip r:embed="rId13"/>
              <a:stretch>
                <a:fillRect/>
              </a:stretch>
            </p:blipFill>
            <p:spPr>
              <a:xfrm>
                <a:off x="14352600" y="7877640"/>
                <a:ext cx="1641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32" name="Ink 31">
                <a:extLst>
                  <a:ext uri="{FF2B5EF4-FFF2-40B4-BE49-F238E27FC236}">
                    <a16:creationId xmlns:a16="http://schemas.microsoft.com/office/drawing/2014/main" id="{01B96097-D3CC-FE0D-9FCE-DC6A27C58FCF}"/>
                  </a:ext>
                </a:extLst>
              </p14:cNvPr>
              <p14:cNvContentPartPr/>
              <p14:nvPr/>
            </p14:nvContentPartPr>
            <p14:xfrm>
              <a:off x="13944360" y="8015880"/>
              <a:ext cx="15840" cy="12600"/>
            </p14:xfrm>
          </p:contentPart>
        </mc:Choice>
        <mc:Fallback>
          <p:pic>
            <p:nvPicPr>
              <p:cNvPr id="32" name="Ink 31">
                <a:extLst>
                  <a:ext uri="{FF2B5EF4-FFF2-40B4-BE49-F238E27FC236}">
                    <a16:creationId xmlns:a16="http://schemas.microsoft.com/office/drawing/2014/main" id="{01B96097-D3CC-FE0D-9FCE-DC6A27C58FCF}"/>
                  </a:ext>
                </a:extLst>
              </p:cNvPr>
              <p:cNvPicPr/>
              <p:nvPr/>
            </p:nvPicPr>
            <p:blipFill>
              <a:blip r:embed="rId45"/>
              <a:stretch>
                <a:fillRect/>
              </a:stretch>
            </p:blipFill>
            <p:spPr>
              <a:xfrm>
                <a:off x="13890360" y="7907880"/>
                <a:ext cx="123480" cy="22824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33" name="Ink 32">
                <a:extLst>
                  <a:ext uri="{FF2B5EF4-FFF2-40B4-BE49-F238E27FC236}">
                    <a16:creationId xmlns:a16="http://schemas.microsoft.com/office/drawing/2014/main" id="{ECBD2D39-0BF0-4AF6-9FED-436B52B5D934}"/>
                  </a:ext>
                </a:extLst>
              </p14:cNvPr>
              <p14:cNvContentPartPr/>
              <p14:nvPr/>
            </p14:nvContentPartPr>
            <p14:xfrm>
              <a:off x="13898640" y="8031360"/>
              <a:ext cx="88200" cy="360"/>
            </p14:xfrm>
          </p:contentPart>
        </mc:Choice>
        <mc:Fallback>
          <p:pic>
            <p:nvPicPr>
              <p:cNvPr id="33" name="Ink 32">
                <a:extLst>
                  <a:ext uri="{FF2B5EF4-FFF2-40B4-BE49-F238E27FC236}">
                    <a16:creationId xmlns:a16="http://schemas.microsoft.com/office/drawing/2014/main" id="{ECBD2D39-0BF0-4AF6-9FED-436B52B5D934}"/>
                  </a:ext>
                </a:extLst>
              </p:cNvPr>
              <p:cNvPicPr/>
              <p:nvPr/>
            </p:nvPicPr>
            <p:blipFill>
              <a:blip r:embed="rId47"/>
              <a:stretch>
                <a:fillRect/>
              </a:stretch>
            </p:blipFill>
            <p:spPr>
              <a:xfrm>
                <a:off x="13844640" y="7923720"/>
                <a:ext cx="19584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4" name="Ink 33">
                <a:extLst>
                  <a:ext uri="{FF2B5EF4-FFF2-40B4-BE49-F238E27FC236}">
                    <a16:creationId xmlns:a16="http://schemas.microsoft.com/office/drawing/2014/main" id="{CF9B7ABF-EBCF-EFEE-2CCD-A2C5F897428B}"/>
                  </a:ext>
                </a:extLst>
              </p14:cNvPr>
              <p14:cNvContentPartPr/>
              <p14:nvPr/>
            </p14:nvContentPartPr>
            <p14:xfrm>
              <a:off x="14020680" y="8031360"/>
              <a:ext cx="360" cy="360"/>
            </p14:xfrm>
          </p:contentPart>
        </mc:Choice>
        <mc:Fallback>
          <p:pic>
            <p:nvPicPr>
              <p:cNvPr id="34" name="Ink 33">
                <a:extLst>
                  <a:ext uri="{FF2B5EF4-FFF2-40B4-BE49-F238E27FC236}">
                    <a16:creationId xmlns:a16="http://schemas.microsoft.com/office/drawing/2014/main" id="{CF9B7ABF-EBCF-EFEE-2CCD-A2C5F897428B}"/>
                  </a:ext>
                </a:extLst>
              </p:cNvPr>
              <p:cNvPicPr/>
              <p:nvPr/>
            </p:nvPicPr>
            <p:blipFill>
              <a:blip r:embed="rId5"/>
              <a:stretch>
                <a:fillRect/>
              </a:stretch>
            </p:blipFill>
            <p:spPr>
              <a:xfrm>
                <a:off x="13966680" y="792372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35" name="Ink 34">
                <a:extLst>
                  <a:ext uri="{FF2B5EF4-FFF2-40B4-BE49-F238E27FC236}">
                    <a16:creationId xmlns:a16="http://schemas.microsoft.com/office/drawing/2014/main" id="{3D3A8D30-2F4E-6018-3170-736364F1F607}"/>
                  </a:ext>
                </a:extLst>
              </p14:cNvPr>
              <p14:cNvContentPartPr/>
              <p14:nvPr/>
            </p14:nvContentPartPr>
            <p14:xfrm>
              <a:off x="14020680" y="8031360"/>
              <a:ext cx="6120" cy="360"/>
            </p14:xfrm>
          </p:contentPart>
        </mc:Choice>
        <mc:Fallback>
          <p:pic>
            <p:nvPicPr>
              <p:cNvPr id="35" name="Ink 34">
                <a:extLst>
                  <a:ext uri="{FF2B5EF4-FFF2-40B4-BE49-F238E27FC236}">
                    <a16:creationId xmlns:a16="http://schemas.microsoft.com/office/drawing/2014/main" id="{3D3A8D30-2F4E-6018-3170-736364F1F607}"/>
                  </a:ext>
                </a:extLst>
              </p:cNvPr>
              <p:cNvPicPr/>
              <p:nvPr/>
            </p:nvPicPr>
            <p:blipFill>
              <a:blip r:embed="rId22"/>
              <a:stretch>
                <a:fillRect/>
              </a:stretch>
            </p:blipFill>
            <p:spPr>
              <a:xfrm>
                <a:off x="13966680" y="7923720"/>
                <a:ext cx="11376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6" name="Ink 35">
                <a:extLst>
                  <a:ext uri="{FF2B5EF4-FFF2-40B4-BE49-F238E27FC236}">
                    <a16:creationId xmlns:a16="http://schemas.microsoft.com/office/drawing/2014/main" id="{6BE0214D-1E23-88D0-10D8-C6A6341F530F}"/>
                  </a:ext>
                </a:extLst>
              </p14:cNvPr>
              <p14:cNvContentPartPr/>
              <p14:nvPr/>
            </p14:nvContentPartPr>
            <p14:xfrm>
              <a:off x="14112120" y="8046480"/>
              <a:ext cx="360" cy="360"/>
            </p14:xfrm>
          </p:contentPart>
        </mc:Choice>
        <mc:Fallback>
          <p:pic>
            <p:nvPicPr>
              <p:cNvPr id="36" name="Ink 35">
                <a:extLst>
                  <a:ext uri="{FF2B5EF4-FFF2-40B4-BE49-F238E27FC236}">
                    <a16:creationId xmlns:a16="http://schemas.microsoft.com/office/drawing/2014/main" id="{6BE0214D-1E23-88D0-10D8-C6A6341F530F}"/>
                  </a:ext>
                </a:extLst>
              </p:cNvPr>
              <p:cNvPicPr/>
              <p:nvPr/>
            </p:nvPicPr>
            <p:blipFill>
              <a:blip r:embed="rId5"/>
              <a:stretch>
                <a:fillRect/>
              </a:stretch>
            </p:blipFill>
            <p:spPr>
              <a:xfrm>
                <a:off x="14058480" y="7938480"/>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37" name="Ink 36">
                <a:extLst>
                  <a:ext uri="{FF2B5EF4-FFF2-40B4-BE49-F238E27FC236}">
                    <a16:creationId xmlns:a16="http://schemas.microsoft.com/office/drawing/2014/main" id="{379E5A5F-4982-6BD1-8F3F-A3B005DC8D84}"/>
                  </a:ext>
                </a:extLst>
              </p14:cNvPr>
              <p14:cNvContentPartPr/>
              <p14:nvPr/>
            </p14:nvContentPartPr>
            <p14:xfrm>
              <a:off x="14112120" y="8046480"/>
              <a:ext cx="360" cy="360"/>
            </p14:xfrm>
          </p:contentPart>
        </mc:Choice>
        <mc:Fallback>
          <p:pic>
            <p:nvPicPr>
              <p:cNvPr id="37" name="Ink 36">
                <a:extLst>
                  <a:ext uri="{FF2B5EF4-FFF2-40B4-BE49-F238E27FC236}">
                    <a16:creationId xmlns:a16="http://schemas.microsoft.com/office/drawing/2014/main" id="{379E5A5F-4982-6BD1-8F3F-A3B005DC8D84}"/>
                  </a:ext>
                </a:extLst>
              </p:cNvPr>
              <p:cNvPicPr/>
              <p:nvPr/>
            </p:nvPicPr>
            <p:blipFill>
              <a:blip r:embed="rId5"/>
              <a:stretch>
                <a:fillRect/>
              </a:stretch>
            </p:blipFill>
            <p:spPr>
              <a:xfrm>
                <a:off x="14058480" y="7938480"/>
                <a:ext cx="108000" cy="216000"/>
              </a:xfrm>
              <a:prstGeom prst="rect">
                <a:avLst/>
              </a:prstGeom>
            </p:spPr>
          </p:pic>
        </mc:Fallback>
      </mc:AlternateContent>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75</TotalTime>
  <Words>1167</Words>
  <Application>Microsoft Office PowerPoint</Application>
  <PresentationFormat>Custom</PresentationFormat>
  <Paragraphs>69</Paragraphs>
  <Slides>10</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Saira Medium</vt:lpstr>
      <vt:lpstr>Arial</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Muhammad Abdullah</cp:lastModifiedBy>
  <cp:revision>17</cp:revision>
  <dcterms:created xsi:type="dcterms:W3CDTF">2025-12-30T14:28:44Z</dcterms:created>
  <dcterms:modified xsi:type="dcterms:W3CDTF">2025-12-30T15:47:32Z</dcterms:modified>
</cp:coreProperties>
</file>